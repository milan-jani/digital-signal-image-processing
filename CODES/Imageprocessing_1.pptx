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3-10-11T02:12:37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2327 8181 0,'40'0'125,"-40"40"31,0 0-125,0 0-31,0 0 16,0 0 0,0 1-16,0-1 0,0 0 15,0 0 1,0 0-16,0 0 0,41 0 16,-41 0-16,0 0 0,40 0 0,-40 1 15,0-1-15,40-40 0,-40 40 16,0 0-16,0 0 0,40 0 0,-40 0 0,0 0 15,0 0 1,0 1-16,40-1 0,-40 0 0,0 0 0,0 0 16,40 0-16,-40 0 0,0 0 15,0 0-15,40 0 0,-40 1 0,0-1 16,40 0-16,-40 0 0,0 0 0,0 0 0,0 0 16,41 0-1,-41 0-15,0 1 0,0-1 0,0 0 16,40 0-16,-40 0 15,0 0-15,0 0 0,40 0 0,-40 0 16,40 0-16,-40 1 16,0-1-16,40 0 0,-40 0 0,0 0 0,0 0 15,40 0-15,-40 0 16,0 0-16,0 1 0,0-1 0,40 0 16,-40 0-16,0 0 0,0 0 0,0 0 15,0 0-15,0 0 16,0 0-16,0 1 0,0-1 0,0 0 15,0 0-15,40 0 0,-40 0 16,0 0-16,0 0 0,41 0 0,-41 1 0,0-1 16,0 0-1,0 0-15,40-40 0,-40 40 0,0 0 0,40 0 16,-40 0-16,0 0 16,0 0-16,0 1 15,0-1-15,0 0 0,40 0 16,-40 0-16,0 0 15,0 0-15,0 0 0,0 0 0,0 1 0,0-1 16,0 0-16,40 0 16,-40 0-16,40 0 0,-40 0 0,40-40 31,-40-40-15,0 0-16,0 0 0,0-40 0</inkml:trace>
  <inkml:trace contextRef="#ctx0" brushRef="#br0" timeOffset="3359.8874">2528 8301 0,'0'-40'32,"0"0"-1,-40 40-16,0 0 17,80 0 61,0 0-61,0 0-32,0 0 0,-40-40 0,40 40 15,0 0-15,1 0 0,-41-40 16,40 40-16,0 0 0,0 0 0,0 0 0,0 0 16,0 0-16,0 0 0,1 0 0,-1 0 15,0 0-15,0 0 16,0 0-16,0 0 0,0 0 15,0 0-15,1 40 0,39-40 16,-40 0-16,0 0 0,0 0 0,0 0 16,1 0-16,-1 0 15,40 0-15,-40 0 0,0-40 0,40 40 0,1 0 16,-41-40-16,40 40 0,0 0 0,-40 0 0,41-40 16,-41 40-16,0-41 0,40 41 15,-40 0-15,0 0 0,1-40 0,-1 40 0,0 0 16,0 0-16,0-40 15,40 40-15,-40 0 0,1 0 0,-1-40 0,0 40 16,0 0-16,0 0 0,0 0 16,0 0-16,-40-40 0,40 40 0,1 0 0,-1 0 15,0 0 1,0 0-16,0 0 0,-40-40 16,40 40-16,0 0 0,0 0 15,1 0-15,-1-40 16,0 40-16,0 0 0,0 0 0,-40-40 15,40 40-15,0 0 16,0 0-16,1-40 0,-1 40 0,0 0 16,0 0-16,0 0 0,0 0 15,0 0-15,0 0 0,1 0 0,-41-40 16,40 40-16,0 0 0,0 0 0,0 0 0,0 0 16,0 0-16,0 0 15,1 0-15,-1 0 0,0-41 0,0 41 16,0 0-16,0 0 15,0 0-15,0 0 0,1 0 16,-1 0 0,0 0-16,0 0 15,0 0-15,0 0 16,0 0-16,0 0 16,1 0-16,-1 0 0,0 0 0,0 0 15,0 0-15,0 0 16,0 0-16,1 0 0,-1 0 15,0 0-15,0 0 16,0 0 0,-40 41 15,40-41-15,-40 40-1,40-40-15,0 0 31,1 0-15,-41 40 31,0 0-31,-41 0-1,41 0 1,0 0-16,0 0 15,0 0 1,0 0-16,0 1 16,0-1-1,0 0-15,0 0 0,0 0 0,0 0 16,0 0-16,41 0 0,-41 0 0,0 1 16,0-1-16,0 0 15,40-40-15,-40 40 0,0 0 0,0 0 0,40 0 16,-40 0-16,40 0 15,-40 0-15,40 1 0,-40-1 16,0 0-16,40 0 16,-40 0-16,0 0 0,40 0 0,-40 0 0,0 0 15,40 41-15,-40-41 0,0 0 16,0 0-16,41 40 0,-41-40 0,0 0 0,0 0 16,0 41-16,0-41 0,0 0 0,0 0 0,0 0 15,0 0-15,0 0 16,0 0-16,0 1 0,0-1 15,0 0-15,40 0 16,-40 0-16,0 0 0,40 0 16,-40 0-16,0 0 15,0 0-15,0 1 0,0-1 0,0 0 0,0 0 16,0 0-16,0 0 0,0 0 0,0 0 16,0 0-16,0 1 0,0-1 15,0 0-15,0 0 0,0 0 0,0 0 16,0 0-1,40 0-15,-40 0 0,0 0 16,0 1-16,0-1 16,0 0-16,0 0 0,0 0 0,40 0 15,-40 0 1,0 0-16,0 0 0,0 1 0,0-1 16,0 0-16,40 0 15,-40 0 1,0 0 15,0 0-31,40-40 16,-40 40-16,0 0 15,40-40-15,-40 40 0,0 1 16,41-1 0,-122-40 62,41 0-63,0 0 1,0 40-16,0-40 16,0 0-16,0 0 0,-1 0 15,1 0-15,0 0 16,0 0-16,0 0 0,0 40 15,0-40-15,0 0 0,-1 0 16,1 0-16,0 40 0,0-40 16,0 0-16,0 0 15,40 40-15,-40-40 0,0 0 16,-1 0-16,1 0 0,40 40 0,-40-40 16,0 0-16,0 0 15,0 0-15,0 0 0,-1 0 16,1 0-1,0 0-15,0 40 0,0-40 16,0 0-16,0 0 16,0 40-16,-1-40 0,1 0 15,0 0 1,40 41-16,-40-41 0,0 0 0,0 0 16,0 0-16,0 0 15,-1 0-15,41 40 0,-40-40 16,0 0-16,0 0 0,0 0 0,0 0 0,0 0 15,0 0 1,-1 0-16,1 0 0,0 40 0,0-40 0,0 0 16,0 40-16,0-40 0,0 0 15,-1 0-15,1 40 0,0-40 0,0 0 16,0 0-16,0 0 0,0 0 0,40 40 16,-40-40-16,-1 0 15,1 0-15,0 0 0,0 0 0,0 0 16,40 40-16,-40-40 0,0 0 15,0 0-15,40 40 0,-41-40 0,1 0 16,0 0 0,0 0-16,40 40 0,-40-40 0,0 0 15,0 0 1,0 40-16,-1-40 0,1 0 0,0 0 16,0 0-16,0 41 0,0-41 15,0 0 1,0 0-16,-1 0 0,1 0 0,0 0 15,0 0-15,0 0 0,0 0 16,0 0-16,0 0 0,-1 0 0,1 0 16,0 0-1,0 0-15,0 0 16,0 40-16,0-40 16,0 0-1,-1 0-15,1 0 16,0 0-16,0 0 15,0 0-15,0 0 0,0 0 0,0 0 16,-1 40-16,1-40 16,0 0-16,0 0 0,0 0 15,0 0 1,0 0 0,40-40-16,-41 40 15,41-40 1,-40 40-16,0 0 31,0 0-15,0 0 15,0 0-15,0 0-1,0 0 16,-1 0 1</inkml:trace>
  <inkml:trace contextRef="#ctx0" brushRef="#br0" timeOffset="13109.4465">1926 9224 0,'-40'0'0,"40"40"16,0 0 46,-40-40-46,40 40 0,40-40 171,0 0 126,0 0-313,-40-40 0,40 40 15,-40-40 1,40 40-16,1 0 31,-1 0-31,-40-40 16,40 40-1,0 0-15,0 0 0,-40-40 16,40 40-16,0 0 0,0 0 16,1-41-1,-1 41-15,0 0 16,-40-40-1,40 40-15,0 0 32,0 0-32,0 0 15,0 0 1,1 0-16,-1 0 0,-40-40 16,40 40-16,0 0 0,0 0 0,-40-40 15,40 40-15,0-40 16,0 40 15,1 0 0,-1 0-31,0 0 16,0 0-16,0-40 16,0 40-1,0 0-15,0 0 0,-40-40 16,41 40-16,-1 0 15,0 0-15,0 0 16,0 0 0,-40-40-16,40 40 0,0 0 15,1 0-15,-1 0 32,0 0-32,0 0 15,0 0 1,0-40-16,0 40 0,0 0 15,1-41-15,-1 41 0,0 0 16,0 0-16,0 0 0,0 0 0,0-40 16,0 40-1,1 0-15,-1 0 16,0 0-16,0 0 16,0 0-1,0 0-15,0 0 16,0 0-1,1 0-15,-1 0 0,0 0 0,0 0 16,0-40-16,0 40 16,0 0-16,0 0 0,1 0 0,-1-40 0,0 40 15,0 0-15,-40-40 0,40 40 0,0 0 0,0 0 16,0-40 0,1 40-16,-1 0 0,0 0 15,0 0-15,0 0 16,0 0-16,0 0 0,0 0 15,1 0 1,-1-40-16,0 40 0,0 0 0,0-40 16,0 40-16,0 0 15,0 0-15,1 0 0,-1-40 16,0 40-16,0 0 0,0 0 0,0 0 16,0 0-16,0 0 15,1 0-15,-1 0 0,0-40 0,0 40 16,0 0-1,0 0-15,0 0 16,0-41 0,1 41-16,-1 0 0,0 0 0,0 0 15,0-40-15,0 40 0,0 0 0,0 0 16,1 0-16,-1-40 0,0 40 16,0 0-16,0 0 0,0 0 0,0 0 15,0 0-15,1 0 16,-1 0-16,0 0 0,0 0 15,-40-40-15,40 40 0,0 0 16,0 0-16,1 0 0,-1 0 16,0-40-1,0 40-15,0 0 0,0 0 16,0 0-16,-40-40 0,40 40 0,1 0 0,-1 0 16,0 0-16,0 0 15,0 0-15,0 0 0,0 0 16,0 0-1,1-40-15,-1 40 0,0 0 0,0 0 16,0-40-16,0 40 16,0 0-16,0 0 0,1-40 0,39 40 15,-40 0-15,0-41 0,0 41 0,0 0 16,0 0-16,1-40 16,39 40-16,-40 0 0,0-40 0,0 40 15,0-40-15,0 40 0,1 0 16,-1-40-16,0 40 0,0-40 15,0 40 1,0 0 0,0 0-1,0 0-15,1 0 16</inkml:trace>
  <inkml:trace contextRef="#ctx0" brushRef="#br0" timeOffset="14909.2991">1966 10106 0,'-40'0'0,"40"40"15,-40-40 1,0 0-16,80 0 62,0-40-46,0 40 0,40 0-1,-39 0-15,-1 0 0,0-40 16,0 40-16,40 0 0,-40-40 15,0 40-15,41-40 0,-41 40 0,40 0 0,-40-40 16,40 40-16,-39-41 16,39 41-16,-40-40 0,40 40 0,-40 0 0,41-40 15,-41 40-15,0 0 0,0-40 0,0 40 0,0 0 16,0 0-16,41 0 0,-41 0 16,0-40-16,0 40 0,0 0 0,40 0 0,-39 0 15,39-40-15,-40 40 16,40 0-16,0-40 0,1 40 0,-41-40 0,40 40 15,0 0-15,1-40 0,-41 40 16,40-41-16,-40 41 0,40 0 0,-40-40 0,41 40 16,-41 0-16,0 0 15,0-40-15,0 40 0,40 0 0,-39 0 0,-41-40 16,40 40-16,40 0 0,-40 0 0,0 0 0,0-40 16,0 40-16,1 0 0,39 0 15,-40-40-15,0 40 0,0 0 0,0-40 0,41 40 16,-41 0-16,0-40 15,0 40-15,0 0 0,0 0 0,0-40 0,0 40 16,1-40-16,-1 40 0,0 0 16,0-41-16,0 41 0,0-40 0,40 40 0,-39 0 15,-1-40-15,40 40 0,-40 0 0,0-40 0,0 40 16,41 0-16,-41-40 16,0 40-16,0 0 0,0-40 0,0 40 0,0 0 15,0 0-15,1 0 0,-1 0 16,0 0-16,0-40 0,0 40 0,0 0 15,0 0 1,0-40-16,1 40 0,-1 0 0,0-40 0,0 40 16,0 0-16,0-41 0,0 41 15,41 0-15,-41 0 0,0-40 0,0 40 0,0 0 16,0 0-16,0 0 0,1 0 0,-1 0 0,0-40 16,0 40-16,0 0 15,0 0-15,0-40 0,0 40 0,1 0 16,-1 0-16,0 0 15,0-40-15,0 40 0,0 0 0,0 0 0,0 0 16,1-40-16,-1 40 16,0 0-16,0 0 0,0 0 0,0 0 15,0 0-15,0 0 0,1-40 0,-1 40 0,0 0 16,0 0-16,0 0 0,0-40 16,40 40-16,-39 0 0,-1-40 0,0 40 0,0 0 15,0-40-15,0 40 16,0 0-16,0-41 0,1 41 0,-1 0 0,0 0 15,0 0-15,0 0 16,0 0-16,0 0 16,0 0-1,1 0-15,-1 0 16,0 0-16,0 0 16,0 0-16,-40-40 15,40 40-15,0 0 0,0-40 0,1 40 16,-1-40-16,0 40 15</inkml:trace>
  <inkml:trace contextRef="#ctx0" brushRef="#br0" timeOffset="16609.2344">2488 11269 0,'-40'0'15,"40"-40"1,0 0-1,-40 40-15,40-40 32,-41 40-32,1-40 31,80 40 0,1 0 0,-1 0-15,0 0 0,0 0-1,0 0-15,0 0 0,0 0 16,0 0 0,1-41-16,-1 41 0,0-40 0,0 40 15,0 0-15,0-40 0,0 40 16,0 0-16,1-40 0,-1 40 0,0 0 0,0-40 15,40 40-15,-40-40 16,0 40-16,1 0 0,39-40 0,-40 40 0,40 0 16,-40 0-16,41 0 0,-41 0 15,40 0-15,0 0 0,-40 0 0,41 0 0,-1 0 16,0 0-16,-40 0 0,41 0 0,-1 0 0,0 0 16,0-40-16,-40 40 15,41-40-15,-1 40 0,-40-40 0,40 40 0,1 0 16,-41 0-16,40-41 0,0 41 15,-40-40-15,41 40 0,-1-40 0,0 40 0,-40-40 16,40 40-16,1 0 16,-41 0-16,40-40 0,-40 40 0,40 0 0,-39 0 15,39 0-15,0 0 0,-40 0 0,0 0 0,41 0 16,-1 0-16,-40-40 0,40 40 16,0 0-16,-39 0 0,39-40 0,-40 40 0,40 0 15,-40 0-15,41-40 16,-41 40-16,0 0 0,40 0 0,-40 0 0,0-40 15,0 40-15,41 0 0,-41 0 16,0-41-16,0 41 0,0 0 0,41 0 0,-41-40 16,0 40-16,0 0 15,0 0-15,0 0 0,40 0 0,-39 0 0,-1 0 16,0-40-16,0 40 0,0 0 0,40 0 0,-40 0 16,1 0-16,39 0 0,-40 0 15,0 0-15,40 0 0,1 0 0,-41 0 0,40 0 16,-40 0-16,40 0 15,-40 0-15,41-40 0,-1 40 0,-40-40 0,40 40 16,-40-40-16,41 0 0,-41 40 16,0 0-16,40-40 0,-40 40 0,0 0 0,1 0 15,-1 0-15,0-40 0,0 40 0,0 0 16,0 0-16,0 0 16,0 0-16,1 0 0,-1 0 0,0-40 15,0 40-15,0 0 0,0 0 16,0 0-16,0 0 0,1 0 0,-1 0 0,0-41 15,0 41-15,0 0 16,40 0-16,-40 0 0,1-40 0,-1 40 0,0 0 16,40 0-16,-40-40 0,0 40 15,0 0-15,1 0 0,-1 0 0,-40-40 0,40 40 16,-40-40-16</inkml:trace>
  <inkml:trace contextRef="#ctx0" brushRef="#br0" timeOffset="18599.0498">2167 12352 0,'0'0'0,"40"0"16,0 0 15,0 0-15,-40-40-1,40 40-15,0-40 0,1 40 16,-1 0-16,0 0 0,-40-40 16,40 40-16,0 0 15,0 0-15,0 0 16,0 0-16,1 0 15,-1 0-15,0 0 0,0 0 16,0 0 0,0 0-16,0 0 0,0 0 0,1-41 0,-1 41 15,0 0-15,0 0 0,0-40 0,0 40 0,0 0 16,0 0-16,1-40 0,-1 40 16,0 0-16,0 0 0,0-40 0,0 40 15,0 0 1,1 0-16,-41-40 0,40 40 0,0 0 0,0 0 15,0-40-15,0 40 0,0 0 16,0-40-16,41 40 0,-41 0 0,0-40 0,40 40 16,-40 0-16,0-40 15,41 40-15,-41 0 0,0 0 0,0 0 0,40-41 16,-40 41-16,1 0 0,-1 0 0,0 0 0,0 0 16,0 0-16,0-40 15,0 40-15,0 0 0,1 0 0,-1-40 16,0 40-1,0 0-15,0 0 0,0 0 0,0 0 0,0 0 16,1-40-16,-1 40 0,0 0 16,0 0-16,0 0 0,40 0 0,-40 0 0,1-40 15,-1 40-15,0 0 0,0 0 0,0-40 0,0 40 16,0 0-16,0 0 16,1 0-16,-1 0 0,0 0 0,0 0 15,0 0 1,0 0-16,0 0 0,0 0 0,1 0 15,39 0-15,-40 0 16,0 0-16,0 0 0,0 0 0,0 0 0,1 0 16,-1-40-16,0 40 0,0 0 15,0 0-15,0 0 0,0 0 0,0-40 0,1 40 16,-1-40-16,0 40 0,0 0 0,0 0 16,0-40-16,0 40 15,0 0-15,1 0 0,-1 0 0,0-41 16,0 41-16,0 0 0,0 0 15,0 0-15,1 0 0,-1 0 0,0 0 0,0 0 16,0 0 0,0 0-16,0 0 0,0 0 0,1 0 15,-1 0-15,0 0 0,0 0 16,0 0-16,0 0 16,0 0-16,0 0 0,1 0 15,-1 0 1,0 0-16,0 0 0,0 0 0,0 0 15,0 0-15,0 0 0,1 0 16,-1 0-16,0 0 0,0 0 0,0 0 0,0 0 16,0 0-1,0 0-15,1-40 0,-1 40 0,0 0 0,0-40 16,0 40-16,0 0 0,0-40 0,0 40 16,1 0-16,-1 0 0,0-40 15,0 40-15,0 0 0,0 0 0,0 0 0,0-40 16,1 40-16,-1 0 15,0 0-15,40 0 0,-40-40 0,0 40 0,0 0 16,1-40-16,-1 40 0,0 0 16,0-40-16,0 40 0,0 0 0,0-41 15,0 41-15,1 0 0,-1-40 0,0 40 16,0 0-16,0 0 16,0 0-16,40 0 0,-39 0 0,-1 40 15,0-40-15,40 0 0,-40 41 16,40-41-16,-39 40 0,39-40 0,-40 0 0,40 0 15,-40 0-15,41 0 16,-41 0-16,0 0 0,40-40 0,-40 40 0,0-41 16,1 41-16,-1-40 0,0 40 15,0-40-15,0 40 0,-40-40 0,40 0 0</inkml:trace>
  <inkml:trace contextRef="#ctx0" brushRef="#br0" timeOffset="19888.9692">3090 7459 0,'40'0'0</inkml:trace>
  <inkml:trace contextRef="#ctx0" brushRef="#br0" timeOffset="21688.8417">3130 7499 0,'-40'0'0,"80"0"47,0 0 62,-40 40-62,0 0-32,40-40-15,-40 40 32,40-40-32,-40 41 15,40-41-15,-40 40 16,0 0 0,0 0 15,0 0-31,0 0 15,40-40-15,-40 40 16,0 0-16,41-40 16,-41 40-1,0 0-15,0 1 16,0-1 0,40 0-1,0 0 16,-40 0-31,40-40 16,-40 40-16,40-40 0,-40 40 16,40-40-16,-40 40 0,0 0 15,40-40-15,-40 41 0,0-1 16,41-40-16,-41 40 16,0 0-16,0 0 15,0 0 1,0 0-1,40-40 1,-40 40-16,0 0 16,0 0-1,0 1-15,0-1 16,40-40-16,-40 40 0,0 0 16,40 0-1,-40 0-15,0 0 0,0 0 16,40 0-16,-40 1 15,0-1-15,0 0 0,0 0 0,40-40 0,-40 40 16,0 0-16,40 0 16,-40 0-16,0 0 0,0 0 15,0 1 1,40-1 0,-40 0-16,41-40 0,-41 40 15,40 0 1,-40 0-16,40-40 15,-40 40-15,0 0 16,0 0-16,0 1 16,0-1-1,0 0-15,0 0 16,0 0-16,0 0 16,40-40-16,-40 40 15,0 0-15,40-40 0,-40 40 0,0 0 0,0 1 16,0-1-1,40-40-15,-40 40 0,0 0 16,40 0 0,-40 0-16,0 0 15,0 0-15,40 0 0,-40 1 16,0-1 0,0 0-16,0 0 0,41-40 15,-41 40-15,0 0 16,0 0-16,0 0 15,40-40 1,-40 40-16,0 0 0,0 1 0,0-1 16,40-40-16,-40 40 15,0 0-15,0 0 0,0 0 0,0 0 16,40 0-16,-40 0 0,0 1 0,0-1 0,0 0 16,0 0-1,40 0-15,-40 0 0,0 0 0,0 0 16,0 0-16,0 0 15,0 1-15,0-1 0,40-40 0,-40 40 16,0 0 0,0 0-16,0 0 0,0 0 15,0 0-15,0 0 0,0 1 16,0-1 0,0 0-16,0 0 0,0 0 15,0 0 1,0 0-16,0 0 0,0 0 15,0 0 1,0 1-16,0-1 16,40 0-1,-40 0 1,0 0-16,0 0 16,0 0-1,0 0-15,0 0 0,0 1 16,0-1-1,0 0-15,0 0 0,0 0 16,0 0 0,40-40-16,-40 40 0,0 0 15,41-40-15,-41 40 0,0 0 0,0 1 32,0-1-1,-41-40 0,41 40-31,0 0 0,0 0 16,0 0-16,0 0 15,0 0 1,0-80 62,0 0-62,0 0-16</inkml:trace>
  <inkml:trace contextRef="#ctx0" brushRef="#br0" timeOffset="24728.6682">4534 7098 0,'40'0'47,"-40"-40"-32,0 80 110,41-40-109,-41 40-1,40-40 1,-40 40-16,40 0 31,-40 0 1,40-40-17,-40 41 1,40-41-16,-40 40 15,40-40 1,-40 40 0,0 0-1,40-40 1,-40 40-16,40-40 0,-40 40 0,41-40 16,-41 40-1,40 0-15,0 0 16,-40 1-16,40-1 15,-40 0-15,0 0 32,0 0-32,0 0 15,0 0 1,0 0 0,0 0-16,40-40 15,-40 40-15,0 1 16,40-41-16,-40 40 0,0 0 15,40-40 1,-40 40-16,0 0 47,40-40-31,-40 40-16,0 0 15,0 0 1,0 0-1,41 1 1,-41-1 0,0 0-1,0 0 1,0 0 0,0 0-16,40-40 0,-40 40 15,0 0 1,0 0-1,0 0 1,40 1-16,-40-1 16,0 0-1,0 0-15,0 0 16,0 0-16,0 0 16,40 0-16,-40 0 15,0 1-15,0-1 0,40 0 16,-40 0-1,0 0-15,0 0 0,0 0 32,40-40-32,-40 40 0,0 0 15,0 0-15,0 1 0,40-1 16,-40 0 0,0 0-16,0 0 0,0 0 15,0 0 1,40-40-16,-40 40 0,0 0 15,41 1-15,-41-1 16,0 0-16,40 0 16,-40 0-16,0 0 0,40 0 15,-40 0 1,0 0-16,40-40 0,-40 40 0,0 1 16,0-1-1,40 0-15,-40 0 16,0 0-1,40 0-15,-40 0 16,0 0-16,0 0 16,40 1-16,-40-1 0,0 0 0,0 0 15,0 0-15,40 0 0,-40 0 0,0 40 16,0-40-16,0 1 0,0 39 16,0-40-16,0 0 0,41 0 0,-41 40 0,0-40 15,0 1-15,0-1 16,0 0-16,0 0 0,0 0 0,0 0 0,0 0 15,0 0 1,0 0 0,0 0 15,0 1-31,40-1 0,-40 0 0,0 0 16,0 0-16,0 0 15,0 0-15,0 0 0,0 0 0,0 1 0,0-1 16,0 0-16,0 0 0,40 0 15,-40 0-15,0 0 0,0 0 16,0 0 0,0 0-1,0 1-15,0-1 16,0 0 0,0 0-1,0 0-15,0 0 16,0 0-16,40-40 0,-40 40 15,40 0 1,-40 1 0,0-1 15,0 0-31,40-40 0,-40 40 16,0 0-1,0 0-15,0 0 16,0 0-1,0 0-15,0 0 47,0 1-31,40-41 0,-40 40-16,0 0 0,0 0 15,40-40-15,-40 40 16,0 0-16,0 0 15,0-80 142,-40 0-157,40 0 15,-40 40-15,40-40 0,0 0 0,-40 0 16</inkml:trace>
  <inkml:trace contextRef="#ctx0" brushRef="#br0" timeOffset="28598.4342">6380 6817 0,'40'0'16,"-80"0"15,0 0 0,40 40-31,0 1 219,0-1-203,40-40-1,-40 40-15,40 0 31,-40 0-31,40 0 16,-40 0 0,0 0-16,40 0 15,-40 0-15,0 1 0,0-1 16,0 0-16,41-40 16,-41 40-16,0 0 0,0 0 0,40-40 15,-40 40-15,0 0 16,0 0-16,0 1 15,40-1 1,-40 0-16,0 0 0,0 0 16,0 0-16,0 0 31,0 0-31,0 0 16,0 0-1,0 1-15,0-1 16,0 0-1,0 0-15,0 0 16,0 0 0,80 0-1,-80 0 1,0 0 0,0 1-16,0-1 15,0 0 1,40 0-16,-40 0 15,0 0 1,0 0-16,40-40 16,-40 40-16,0 0 31,0 0-15,40 1-1,-40-1-15,41-40 16,-41 40-16,0 0 15,0 0 1,40-40-16,-40 40 16,0 0-16,0 0 15,0 0-15,0 1 32,0-1-32,0 0 15,40 0 1,-40 0-16,0 0 15,40-40-15,-40 40 16,0 0-16,40-40 0,-40 40 16,0 0-16,0 1 31,0-1-31,0 0 16,0 0-1,40 0-15,-40 0 16,0 0-1,0 0 1,0 0 0,40 1-1,-40-1 1,0 0 0,0 0-16,0 0 0,0 0 15,0 0 1,0 0-16,0 0 31,40-40-31,-40 40 0,0 1 16,0-1 15,0 0-31,0 0 16,41-40-16,-41 40 15,40-40-15,-40 40 0,0 0 0,0 0 16,0 0-16,40-40 15,-40 41-15,0-1 0,0 0 32,0 0-17,0 0 1,0 0 0,0 0-16,0 0 15,40 0 1,-40 0-16,0 1 15,40-41-15,-40 40 16,0 0-16,0 0 16,0 0-16,0 0 15,40-40 1,-40 40-16,0 0 16,0 0-16,0 1 15,0-1-15,0 0 16,0 0-1,0 0-15,0 0 32,0 0-17,0 0 17,0 0-1,0 0 0,0 1-15,0-1-16,0 0 0,0 0 15,0 0 1,0 0-16,0 0 0,0 0 16,0 0-16,0 1 15,0-1-15,0 0 0,0 0 16,0 0 31,40-40-32,-40 40-15,0 0 0,0 0 16,0 0 0,0 0-16,0 1 31,0-1 0,41-40-15,-41 40-16,0 0 0,0 0 15,0 0 1,0 0-16,0 0 47,40 0-16,-40 1-15,0-1-1,40-40-15,-40 40 32,40-40 30,-40 40-62,0 0 16,0 0 124,0 0-124,40-40-16,-40 40 16,0 0-16,40-40 15,0 0 1,-40 40-16,0-120 47,-40 80-32,40-40 1,-40 40-16</inkml:trace>
  <inkml:trace contextRef="#ctx0" brushRef="#br0" timeOffset="84285.1417">5056 13916 0,'0'40'313,"-40"-40"-313,0 0 0,40 40 16,-40-40-16,40 40 15,-41-40-15,1 0 16,40 40-16,-40-40 0,0 40 15,40 1 1,0-82 47,40 1-63,-40 0 46,40 40 17,0 0-47,-40 40-16,41 0 0,-1 1 15,0-1 1,0-40-16,-40 40 15,40-40-15,-40 40 16,40-40-16,0 40 16,0-40-1,-40 40 1,41-40-16,-1 0 16,0 0 15,0 0-16</inkml:trace>
  <inkml:trace contextRef="#ctx0" brushRef="#br0" timeOffset="85055.1526">5176 14157 0,'-40'0'15,"0"0"16,0-41 1,0 41-1,40-40-15,40 40 77,0-40-93,0 40 16,0-40-16,0 40 16,1 0-16,-1 0 15,-40-40-15,40 40 0,0 0 16,0 0-1,0 0-15,0 0 16,0 0-16,-40-40 16,41 40-16,-1 0 0,0 0 15,0-40 1,0 40-16,0 0 0,0 0 16,0 0-16,1-40 0,-1 40 15,0 0 1,0 0-16,0 0 62,-40 40-46,-40-40 62</inkml:trace>
  <inkml:trace contextRef="#ctx0" brushRef="#br0" timeOffset="85645.1161">5818 13675 0,'0'40'16,"40"-40"93,1 0-109,-1 0 16,0 0-1,0 0-15,0 41 0,0-41 16,0 40-16,0-40 0,1 0 16,-1 0-1,-40 40-15,0 0 63,0 0-48,0 0 1,-40-40 0,-1 0 15</inkml:trace>
  <inkml:trace contextRef="#ctx0" brushRef="#br0" timeOffset="87135.0267">5377 14758 0,'40'0'15,"0"40"95,0-40-95,0 0 188,1 0-187,-41-40-16,40 40 0,0-40 16,0 40-1,0 0-15,0-40 0,-40 0 16,40 40-16,0 0 0,-40-40 15,41 40-15,-1 0 0,0-40 0,0 40 16,0 0-16,-40-40 16,40 40-16,0 0 0,-40 40 31,-40 0 0</inkml:trace>
  <inkml:trace contextRef="#ctx0" brushRef="#br0" timeOffset="87604.9988">5738 14598 0,'40'0'0,"-40"40"78,0 0-63,0 0 1,0 0-16,0 0 16,0 0-1,0 0-15,0 1 0,0-1 0,0 0 16,0 0-16,0 0 15,0 0-15,0 0 0,0 0 0,0 0 16,0 1 0,40-41-16,0 0 0,1 0 31,-41-41-31</inkml:trace>
  <inkml:trace contextRef="#ctx0" brushRef="#br0" timeOffset="89204.9044">6019 15119 0,'-40'0'16,"80"0"31,0 0-31,0 0 15,0 0-16,-40 40 1,0 0 0,0 0-1,0 1-15,0-1 16,-40-40 0,0 40-1,40 0 1,-40-40-16,40 40 15,0 0-15,0 0 16,40-40-16,0 0 16,0 0 15,-40-40-31,40 0 16,1 40-1,-41-40 1,0 0 15,0 0 250,0 0-265,40 40-16,-40-41 16,40 41-1,-40-40-15,40 40 0,-40-40 16,40 40-1,0 0 1,-40-40 0,40 40-1,-80 0 79,40 40 15,0 0-109,-40-40 16,40 40 0,-40 1-16,40-1 15,-40-40 1,40 40-16,40 0 31,0-40-15,-40 40-1,40-40 1,0 40 0,0-40-1,1 0 1,-1 0 15,-40-40-15,40 40-16,-40-40 15,0 0 126,-40 40-110</inkml:trace>
  <inkml:trace contextRef="#ctx0" brushRef="#br0" timeOffset="98634.2531">883 11590 0,'0'40'16,"-40"-40"-1,40-40 173,40 40-188,0 0 16,-40-40-16,40 0 15,0 40-15,0-40 16,0 40-1,1 0-15,-41-41 0,40 41 16,0 0-16,0 0 16,0 0-1,0 0-15,0 0 0,0 0 32,1 0-32,-1 0 15,-40-40-15</inkml:trace>
  <inkml:trace contextRef="#ctx0" brushRef="#br0" timeOffset="99144.2284">1083 11590 0,'0'40'140,"41"-40"-124,-41 40-16,40 0 16,-40 0-1,0 0-15,40-40 0,-40 40 0,40-40 16,-40 41-16,40-1 16,-40 0-1,40-40-15</inkml:trace>
  <inkml:trace contextRef="#ctx0" brushRef="#br0" timeOffset="99944.179">1565 11710 0,'0'40'0,"0"0"15,0 0 32,0 1-16,40-41-31,0 0 16,0 0-16,0 0 31,-40-41-15,0 1 15,0 0-15,0 0-1,0 80 79,0 0-78,41 0-1,-41 1-15,0-1 16,40-40-16,-40 40 0,0 0 0,0 0 16,0 0-1,40 0-15,-40 0 0,0 0 16,0 1-16,0-1 15,-40-40 64,0 0-48,40-40 0,0-1-31</inkml:trace>
  <inkml:trace contextRef="#ctx0" brushRef="#br0" timeOffset="100994.108">2568 11189 0,'0'40'15,"40"-40"-15,-40 40 172,0 0-172,0 0 16,0 0-16,40 0 15,0 1-15,-40-1 0,0 0 16,41-40 0,-41 40-16,0 0 0,0 0 15,0 0-15,40-40 16,-40 40-16,0 0 16,0 0-1,0 1 1,40-41-16,-40 40 0,0 0 15,40 0 1,-40 0-16,0-80 47,0 0-47</inkml:trace>
  <inkml:trace contextRef="#ctx0" brushRef="#br0" timeOffset="101604.1635">2488 11229 0,'0'40'16,"0"0"31,0 0 15,40-40-15,-40-40-16,0 0-31,40 40 0,-40-40 16,0 0-16,0 0 16,40 40-1,-40-40 16,40 40 16</inkml:trace>
  <inkml:trace contextRef="#ctx0" brushRef="#br0" timeOffset="102234.0341">2769 12111 0,'0'-40'15,"-40"40"-15,40-40 16,0 0 0,40 40 15,-40 40-31,40-40 15,-40 40-15,40-40 16,-40 40 0,40-40-16,0 40 15,-40-80 32,0 0-31,0 0-16,40 0 0,-40 0 15,40 40 1,-40-40-16,41 40 0,-41-40 31,40 40-31</inkml:trace>
  <inkml:trace contextRef="#ctx0" brushRef="#br0" timeOffset="107833.7009">15328 8020 0,'0'41'16,"40"-41"-1,-40 40-15,0 0 78,0 0-62,0 0 0,0 0-16,0 0 15,0 0-15,0 0 0,0 1 0,0-1 16,0 0-16,0 0 16,0 0-16,0 0 0,0 0 0,0 0 0,0 0 15,0 0 1,0 1-16,0-1 0,0 0 0,0 0 0,0 0 15,0 0-15,41 0 16,-41 0-16,0 0 0,40-40 0,-40 41 0,0-1 16,0 0-16,0 0 15,40 0-15,-40 0 0,0 0 0,0 0 16,40 0-16,-40 0 0,0 1 0,40-1 0,-40 40 16,0-40-16,0 0 0,0 0 15,40 0-15,-40 0 0,0 1 0,0-1 0,0 40 16,40-40-16,-40 0 15,0 0-15,0 0 0,0 0 0,0 0 16,40 1-16,-40-1 0,0 0 16,0 0-16,0 0 0,0 0 0,0 0 0,0 0 15,0 0-15,0 1 0,0-1 0,41 0 16,-41 0-16,0 0 16,0 0-16,0 0 0,0 0 0,0 0 15,0 0-15,0 1 0,0-1 16,0 0-16,0 0 0,0 0 0,0 0 0,0 40 15,0-40-15,0 1 16,0-1-16,0 0 0,0 0 0,0 0 16,0 0-16,0 0 15,0 0-15,0 0 0,0 0 16,0 1 0,0-1-1,40 0-15,-40 0 0,0 0 16,0 0-16,0 0 15,0 0-15,0 0 0,0 1 16,0-1 0,0 0-16,40 0 0,-40 0 15,0 0-15,40-40 16,0 0 0,-40 40 15,0 0-31,40-40 0,-40 40 0,0 0 15,0 1-15,40-1 16,-40 0-16,0 0 16,0 40 77,0-40-93,0 0 16,0 0 0,40 1-1,-40-1 17,0 0-32,0 0 0,0 0 15,0 0 1,0 0-16,0 0 0,0 0 15,41 0 1,-41 1-16,40-41 16,-40 40-1,0-80 63,0-1-46,40 41-17,-40-40-15,40 40 0,0 0 0,0-40 16,0 40-16,0-40 16,1 40-16,-1 0 0,0-40 0,0 40 15,0-40-15,0 40 16,0 0-16,0 0 0,1-40 0,-1 40 15,0 0-15,0-40 0,0 40 16,0 0-16,0 0 0,0 0 0,1-40 0,-1 40 16,0 0-16,0 0 0,0 0 0,0 0 0,0 0 15,0 0-15,1 0 16,39-40-16,-40 40 0,0 0 0,0 0 0,0-41 16,41 41-16,-41 0 0,0 0 15,40 0-15,-40 0 0,0-40 0,0 40 0,1 0 16,-1 0-16,0-40 15,0 40-15,40 0 0,-40 0 0,-40-40 0,41 40 16,-1 0-16,0 0 0,40 0 16,-40 0-16,0 0 0,0 0 0,1 0 0,-1 0 15,0 0-15,0 0 0,0 0 0,0 0 0,0 0 16,0 0-16,1 0 16,-1 0-16,0 0 0,0 0 0,0 0 0,0 0 15,0 0-15,0 0 0,1 0 16,-1 0-16,0 0 0,0 0 0,0 0 0,0 0 15,0 0-15,0 0 16,1 0-16,-1 0 0,0 0 0,0 0 0,0 0 16,0 0-16,0 0 0,0 0 0,1 0 15,-1 0-15,0 0 0,0 0 16,0 0-16,-40-40 0,40 40 0,0-40 16,0 40-1,1 0-15,-1 0 0,0 0 16,0 0-1,0 0-15,-40-40 0,40 40 16,0 0 0,0 0-16,1 0 0,-1 0 15,0 0-15,0 0 0,0 0 16,0 0-16,0 0 16,0 0-16,1 0 0,-1 0 0,0 0 0,0 0 15,0 0-15,0-40 16,0 40-16,0 0 0,1 0 0,-1 0 0,0-40 15,0 40-15,0-41 0,0 41 16,0 0-16,0 0 0,1 0 0,-1 0 0,0 0 16,0 0-16,0 0 0,0 0 0,0 0 15,0 0 1,-40-40-16,41 40 0,-1 0 0,0 0 0,0-40 16,0 40-16,0 0 15,0 0-15,1 0 0,-1 0 16,-40-40-16,40 40 15,0 0-15,0 0 0,0 0 0,0 0 16,0 0 0,1 0-1,-41-40 17,40 0-17,0 40 1,-40-40-16,0 0 15,0 0 1,0 0 0,0-1-16,-40 1 15,40 0-15,0 0 16,0 0-16,-40 0 0,40 0 16,0 0-1,0 0-15,0-1 0,0 1 0,0 0 16,0 0-16,-41 0 0,41 0 15,0 0-15,0 0 0,0 0 0,0 0 0,0-1 16,0 1-16,0-40 16,-40 40-16,40 0 0,0 0 0,0 0 0,0 0 15,-40-1-15,40 1 0,0 0 0,0 0 0,-40 0 16,40 0-16,0 0 16,0 0-16,0 0 0,0 0 0,0-1 15,40 41 1,-40-40-16,0 0 0,0 0 0,40 40 15,-40-40-15,0 0 0,0 0 16,0 0-16,0 0 0,0-1 16,0 1-16,-40 0 0,40 0 0,0 0 15,0 0-15,-40 0 16,40 0-16,-40 0 0,40 0 0,0-1 16,0 1-16,-40 0 15,40 0 1,0 0-1,0 0-15,0 0 16,0 0 0,0 0-16,40 40 0,-40-41 0,0 1 15,0 0-15,0 0 16,-40 0-16,40 0 16,0 0-16,0 0 0,-40 0 15,40 0-15,0-1 16,0 1-16,-40 40 0,40-40 15,0 0 1,0 0-16,0 0 0,0 0 16,0 0-16,0 0 15,0-1 1,0 1-16,0 0 0,-41 0 16,41 0-1,-40 0-15,40 0 16,0 0-1,-40 40 1,40-40-16,0 0 16,-40 40-1,40-41-15,0 1 16,0 0 0,-40 40-16,40-40 0,0 0 15,0 0 1,0 0 31,0 0-16,0 0-15,0-1-1,0 1-15,0 0 16,0 0-1,0 0 17,0 0-17,0 0 32,-40 40-31,0 0 93,-1 0-78,1 0-15,40 40 0,-40-40-1,0 0-15,0 0 16,40 40-16,-40-40 0,0 0 16,0 0-16,-1 0 0,41 40 15,-40-40-15,0 0 16,0 0-16,0 0 0,0 0 15,0 0-15,0 0 16,40 40-16,-41-40 0,1 0 16,0 0-16,0 0 0,0 0 15,0 0-15,0 40 16,0-40-16,-1 0 0,1 0 0,40 40 0,-40-40 16,0 0-16,0 0 0,0 41 15,0-41-15,0 0 0,-1 0 0,1 40 16,0-40-1,0 0-15,0 0 16,0 0-16,0 0 16,0 0-16,-1 0 0,1 0 15,0 0-15,0 0 0,0 0 0,0 0 16,0 0-16,0 40 16,-1-40-16,1 0 0,0 0 0,0 0 0,0 40 15,0-40-15,0 0 0,0 0 16,-1 0-16,1 40 0,0-40 0,0 0 15,0 0-15,0 0 16,0 0-16,0 0 0,-1 0 16,1 0-16,0 0 0,40-40 0,-40 40 0,0 0 15,0 0-15,0 0 16,0 0-16,-1 0 0,1 0 0,0 0 0,0 0 16,0 0-16,-40 0 15,40 0-15,-1 0 0,1 40 0,0-40 0,0 0 16,-40 40-16,40-40 0,0 0 15,-1 0-15,1 0 0,0 0 0,0 0 16,0 0 0,0 0-16,0 0 0,-1 0 15,1-40-15,0 40 0,0 0 0,0 0 16,0 0 0,0 0-16,0 0 0,-1 40 0,1-40 15,0 40 1,0-40-16,0 0 0,0 0 0,0 0 15,0 0-15,-1 0 16,1 0-16,0 0 0,0 0 16,0 0-16,0 0 0,0 0 15,0 0-15,-1 0 16,1 0-16,0 0 16,0 40-1,0-40-15,40 40 16,-40-40-1,0 0-15,40 41 16,-40-41 0,-1 0-16,1 0 0,0 0 15,0 0-15,0 0 0,0 0 16,0-41-16,0 41 16,-1 0-16,1 0 0,0 0 15,0 0 1,0 0 62,0 0-62,0 0-1,0 0 1,-1 0-16,1 0 15,0-40-15,0 40 16,0 0 0,40-40-16,0 0 0</inkml:trace>
  <inkml:trace contextRef="#ctx0" brushRef="#br0" timeOffset="108623.7471">16331 8381 0,'-40'0'16,"40"41"0,-40-41-16,0 0 15,0 0-15,0 40 16,0-40 0,0 40-1,-1-40 1,1 0-16,0 0 15,0 0 1,40-40 0,-40 40-1,0-40 1,0 40 0,0 0-1,-1 0 16,41 40-31,0 0 16,-40-40-16,40 40 16,-40-40-16,0 40 15,0-40 17,40-40-32</inkml:trace>
  <inkml:trace contextRef="#ctx0" brushRef="#br0" timeOffset="109363.6186">16372 8903 0,'40'0'15,"-40"-40"16,-40 40-31,40 40 32,0 0-17,40-40 1,-40 40-16,0 0 16,0 0-16,0 0 15,0 0-15,0 1 31,0-82 1,0 1-32,-40 40 15,40-40-15,0 0 0,0 0 16</inkml:trace>
  <inkml:trace contextRef="#ctx0" brushRef="#br0" timeOffset="109913.5761">17736 9023 0,'0'40'16,"40"-40"15,0 0-15,0 0 15,-80 0 31,0 0-46,0 0 0,40-40-16,80 40 31,-40-40-16,0 40-15</inkml:trace>
  <inkml:trace contextRef="#ctx0" brushRef="#br0" timeOffset="110473.5424">18699 8702 0,'40'0'16,"-40"40"31,40-40-16,0 0-15,0 0-1,1 0-15,-82 0 79,1 0-48,40-40-31,0 80 78</inkml:trace>
  <inkml:trace contextRef="#ctx0" brushRef="#br0" timeOffset="111093.5074">20184 8702 0,'40'0'16,"-40"40"62,40-40-47,-80 0 0,40-40 47</inkml:trace>
  <inkml:trace contextRef="#ctx0" brushRef="#br0" timeOffset="111513.5015">21106 8502 0,'41'0'0,"-1"0"16,0 0 31,-40-40 62,-40 40-109</inkml:trace>
  <inkml:trace contextRef="#ctx0" brushRef="#br0" timeOffset="112483.4561">16933 10146 0,'0'0'0,"-40"40"47,40 0-47,-40-40 15,40-40 79,40 40-94</inkml:trace>
  <inkml:trace contextRef="#ctx0" brushRef="#br0" timeOffset="112873.4398">18057 10026 0,'40'0'109,"0"0"-93,0 0 0,-40-40-16,40 40 0</inkml:trace>
  <inkml:trace contextRef="#ctx0" brushRef="#br0" timeOffset="113243.4693">19301 9986 0,'-40'40'0,"0"-40"31</inkml:trace>
  <inkml:trace contextRef="#ctx0" brushRef="#br0" timeOffset="113743.4398">20665 9825 0,'0'40'16</inkml:trace>
  <inkml:trace contextRef="#ctx0" brushRef="#br0" timeOffset="114153.4086">21829 9625 0,'40'0'15,"-80"0"64,0 0-48</inkml:trace>
  <inkml:trace contextRef="#ctx0" brushRef="#br0" timeOffset="115253.2645">17335 11189 0,'40'0'109,"-40"40"-93,40-40 31,-40 40-47,40-40 31,-120 0 0,40 0-31,40-40 16,40 40 15,0 0-15,0 0-1,-40-40-15</inkml:trace>
  <inkml:trace contextRef="#ctx0" brushRef="#br0" timeOffset="115693.2677">18699 11269 0,'0'-40'31,"0"0"141</inkml:trace>
  <inkml:trace contextRef="#ctx0" brushRef="#br0" timeOffset="116233.201">19461 10988 0,'0'0'0,"40"0"31,1 0 16,-1 40-16,-40-80 94,40 40-109,-40-40-16</inkml:trace>
  <inkml:trace contextRef="#ctx0" brushRef="#br0" timeOffset="116853.2545">20866 10748 0,'40'0'31,"0"0"32,-80 40 31,0-40-79,0 0 1,40-40 46</inkml:trace>
  <inkml:trace contextRef="#ctx0" brushRef="#br0" timeOffset="117303.2292">21588 10667 0,'0'0'0,"0"41"110,0-1-79,0 0-31,0-80 47,40 40-16</inkml:trace>
  <inkml:trace contextRef="#ctx0" brushRef="#br0" timeOffset="118313.1269">17656 12272 0,'40'0'0,"-40"40"16,40-40 46,-40 40 16,0 0-62,0 0-16,-40-40 16,0 0-1,40-40 16,40 0-15,-40 0-16</inkml:trace>
  <inkml:trace contextRef="#ctx0" brushRef="#br0" timeOffset="118833.1359">18659 12232 0,'-40'0'0,"40"40"16,40-40 46,0 0-46,0 0 15,-80 0 47,0 0-47</inkml:trace>
  <inkml:trace contextRef="#ctx0" brushRef="#br0" timeOffset="119353.1061">19983 11871 0,'-40'0'15,"0"0"1,40 40 31,40-40-32</inkml:trace>
  <inkml:trace contextRef="#ctx0" brushRef="#br0" timeOffset="119883.0733">20986 11991 0,'0'40'0</inkml:trace>
  <inkml:trace contextRef="#ctx0" brushRef="#br0" timeOffset="120413.0421">21628 11790 0,'40'0'31,"0"0"-16,0 0 1,1 0-16,-82 0 78,1 0-62</inkml:trace>
  <inkml:trace contextRef="#ctx0" brushRef="#br0" timeOffset="153430.9897">25480 7940 0,'0'0'0,"0"40"172,0 0-156,0 1 0,0-1-16,0 0 15,0 0-15,0 0 16,0 0-1,0 0-15,0 0 16,0 0-16,0 1 16,0-1-16,0 0 0,0 0 0,0 0 0,0 0 15,0 0-15,0 0 16,0 0-16,0 41 0,0-41 0,0 0 0,0 0 16,0 40-16,0-40 0,0 0 15,0 41-15,0-41 0,0 0 0,0 40 0,0-40 16,40 40-16,-40-40 0,0 0 0,0 41 0,0-41 15,0 0-15,41 40 16,-41-40-16,0 0 0,0 0 0,0 1 0,0-1 16,40 0-16,-40 0 0,0 0 15,0 0-15,0 0 0,0 40 0,0-40 0,0 1 16,0-1-16,0 0 16,0 0-16,0 0 0,-40 0 0,40 0 0,0 0 15,0 0-15,0 1 0,0-1 0,0 0 0,0 0 16,40 0-16,-40 0 0,0 0 15,40 0-15,-40 0 0,40 0 0,-40 1 16,0-1 0,0 0-16,40-40 0,-40 40 0,0 0 0,0 0 15,40-40-15,-40 40 0,0 0 16,0 0-16,0 1 0,0-1 0,0 0 0,0 0 16,-80 0-16,80 0 15,0 0-15,0 0 0,0 0 16,-40-40-16,40 40 0,0 1 15,0-1 1,0 0-16,0 0 16,0 0-1,0 0-15,40 0 0,-40 0 0,0 0 16,40 1-16,-40-1 16,0 0-16,0 0 0,40 0 0,-40 0 15,0 0-15,0 0 16,40-40-1,-40 40 126,0 0-141,0 1 16,0-1-1,0 0 1,40-40 0,-40 40-1,41-40 48,-1-40-32,0 40-31,0-40 16,0 40-16,0 0 15,0-40-15,0 40 0,1 0 16,-1 0-16,40 0 0,-40 0 0,0-41 0,40 41 15,-39 0-15,39 0 0,0 0 16,-40 0-16,40 0 0,1 0 0,-41 0 0,40 0 16,0 0-16,-40 0 15,41 0-15,-41 0 0,40 0 0,-40 0 0,0 0 16,0 0-16,1 0 0,-1 0 16,0 0-16,0 0 0,0 0 0,0 0 0,0 0 15,0 0-15,41 0 0,-41 0 0,0 0 0,40 0 16,-40 0-16,41 0 15,-41 0-15,40 0 0,-40 0 0,40 0 0,1 0 16,-41 0-16,40 0 0,0 0 16,-40 0-16,41 0 0,-1 0 0,-40 0 0,0 0 15,40 0-15,-39 0 16,-1 0-16,0 0 0,0 0 0,0 0 0,0 0 16,0 0-16,0 0 15,1 0-15,-1 0 16,0 0-16,-40 41 0,40-41 15,0 0-15,0 0 16,0 0-16,0 0 0,1 0 16,-1 0-16,0 0 15,0 0-15,0 0 0,0 0 0,0 0 0,0-41 16,1 41-16,-1 0 16,0-40-16,0 40 0,0 0 0,0 0 15,0 0-15,0 0 16,1 0-1,-41-40 48,0 0-63,40 0 16,0 0-1,-40 0-15,40 40 16,-40-40-16,40 40 0,-40-40 15,40 40-15,-40-40 16,40 40 31,-40-41-47,40 1 16,-40 0-1,0 0 16,-40 40-31,0 0 16,40 40 0,0-80 46,0 0-46,0 0-16,0 0 31,0 0-31,0 0 16,-40 40-16,40-41 15,0 1-15,0 0 0,0 0 16,0 0 0,0 0-16,0 0 0,0 0 0,0 0 0,0-41 15,0 41-15,0 0 0,0 0 0,0 0 0,40-40 16,-40 40-16,0 0 0,0-1 15,0 1-15,0 0 0,0 0 0,0 0 0,0 0 16,0 0-16,0 0 16,0 0-16,-40 0 0,40-1 0,0 1 15,0 0-15,0 0 16,0 0-16,0 0 0,0 0 0,0 0 0,0 0 16,0-1-16,0-39 15,0 40-15,0 0 0,0 0 0,0-40 0,0 40 16,40 0-16,-40-1 0,0-39 0,0 40 0,0 0 15,0 0-15,0 0 16,40 0-16,-40 0 31,40 40-31,-40-41 0,0 1 0,0 0 16,0 0-16,41 0 16,-41 0-16,0 0 0,0 0 15,0 0-15,0 0 0,0-1 0,0 1 16,0 0-1,-41 0-15,41 0 0,0 0 0,0 0 16,0 0-16,-40 0 16,40-1-16,0 1 0,0 0 0,0 0 0,0 0 15,0 0-15,-40 0 16,40 0-16,0 0 0,0 0 0,0-1 16,0 1-16,0 0 0,0 0 15,0 0-15,0 0 0,0 0 16,0 0-16,0 0 15,0-1 1,0 1-16,0 0 0,0 0 0,0 0 16,0 0-16,0 0 0,0 0 15,-40 0-15,40 0 0,0-1 0,-40 1 16,40 0 0,0 0-16,0 0 15,0 0 1,-40 40-16,40-40 15,0 0-15,0 0 32,-40 40-32,40-41 0,-40 41 15,40-40 1,-41 40 0,1 0-1,0 0 1,0 0-16,0 0 15,0 0 1,0 0-16,0 0 16,-1 40-1,1-40-15,0 0 0,0 0 16,0 0 0,0 0-16,0 0 0,0 0 15,-1 0-15,1 0 0,0 0 0,0 0 16,0 0-1,0 0-15,0 0 0,0 0 0,-1 0 16,1 0-16,0 0 0,0 41 16,0-41-16,0 0 0,0 0 0,0 40 0,-1-40 15,1 40-15,0-40 16,0 0-16,0 0 0,0 0 0,0 0 0,40 40 16,-41-40-16,1 0 0,0 0 15,0 0-15,0 0 0,0 0 16,0 0-16,0 0 0,-1 0 0,1 0 15,0 0 1,0 0-16,0 0 0,0 0 16,0 0-16,40 40 15,-40-40-15,-1 0 0,1 0 0,0 0 16,0 0 0,0 40-16,0-40 0,0 0 0,0 0 15,-1 0-15,1 0 0,0 0 16,0 0-16,0 0 0,0 0 15,0 0-15,0 0 16,-1 0 0,1 0-16,0 40 15,0 0 1,0-40-16,0 0 16,0 0-16,40 40 15,-40-40-15,-1 0 0,1 0 0,40 41 0,-40-41 16,0 0-16,0 0 0,0 0 0,0 0 0,0 0 15,-1 0-15,1 0 16,0 0-16,0 0 0,0 0 16,0 0-1,0 0-15,0 0 16,-1 40-16,1-40 16,0 0-16,0 0 15,0 0-15,40 40 0,-40-40 0,0 0 0,0 0 16,-1 0-1,1 0-15,0 0 0,0 0 0,0 0 16,0 0-16,40 40 0,-40-40 16,0 0-16,-1 0 0,1 0 0,0 0 0,0 0 15,0 0 1,0 0-16,40 40 0,-40-40 0,0 0 0,-1 0 16,1 0 46,0 0-31,0 0-31,0 0 16,0 0 0,0 0-16,-1 0 0,1 0 15,40-40-15,81 40 31,-41 0-15</inkml:trace>
  <inkml:trace contextRef="#ctx0" brushRef="#br0" timeOffset="155540.9072">25641 8542 0,'40'0'32,"0"-40"-17,0 40-15,-40-40 0,40 40 16,0 0-1,1 0-15,-41 40 32,-41-40-17,1 0 1,0 0 93,0 0-93,40 40-16,-40-40 16,0 0-16,0 40 0,0-40 15,-1 0-15,1 0 16,80 0 93,1 0-109,-1 0 16,0 0-16,0 0 0,0 0 0,0 0 15,40 0 1,-39-40-16,-1 40 0,0 0 0,0 0 0,0-40 16,0 40-16,0 0 15,0 0-15,1 0 0,-1 0 0,0 0 16,0 0-16,0 0 16,0 0-16,0 0 0,0 0 0,1 0 0,-1 0 15,0 0-15,0 0 0,0 0 0,40 0 0,-40 0 16,1 0-16,39 0 0,-40-40 15,40 40-15,-40 0 0,41 0 0,-41 0 0,0 0 16,40-40-16,-40 40 16,0 0-16,0 0 0,1 0 0,-1-41 15,0 41 1,0 0 62,0 0 31,0 0-93,0 0 0,0 0-16,1 0 15,-1 0 1,0 0-16,0 0 0,0 0 16,0 0-1,0 0-15,0-40 0,1 40 16,-1 0-16,0 0 0,0 0 15,0 0 1,0 0-16,0 0 0,0 0 0,1 0 16,-1 40-16,0-40 0,0 0 15,0 0-15,0 0 0,0 0 16,-40 41 0,40-41-16,1 0 15,-1 0-15,0 0 16,0 0-1,0 0-15,0 0 0,0-41 16,1 41-16,-1 0 16,0 0-16,0 0 15,0 0 1,0 0 15,0 0 110,0 0-126,1 0 32,-1 0-31,0-40-16,0 40 16,0 0-16,-40-40 0,40 40 15,0 0-15,0 0 0,1 0 0,-1-40 0,0 40 16,0 0-16,0 0 15,-40-40-15,40 40 16,0 0-16,0 0 31,1 0-31,-1 0 16,0 0-16,0 0 16,0 0-16,-40 40 0,80-40 0,-40 0 15,1 0-15,-1 0 0,0 0 0,0 0 0,0 0 16,0 0-16,0 0 0,0 0 15,1-40-15,-1 40 0,0 0 0,0 0 16,0-40 0,0 40-16,0 0 0,0-40 15,1 40 1,-1 0-16,-80 0 31,40 40-15,-41-40-16,41 40 0,-40-40 0,0 40 15</inkml:trace>
  <inkml:trace contextRef="#ctx0" brushRef="#br0" timeOffset="157220.8466">25239 9785 0,'41'0'0,"-41"-40"0,40 40 16,0 0 0,0-40-16,0 40 0,-40-40 0,40 40 0,0-40 15,1 40-15,-1 0 0,0 0 16,-40 40 31,40-40 15,0 0-62,0 0 0,0 0 16,0 0-16,1 0 15,-1 0-15,0 0 16,0 0-16,0 0 0,0 0 0,0 0 16,0 0-16,1 0 15,-1-40-15,40 40 0,-40 0 0,0 0 0,40 0 16,-39 0-16,39 0 0,-40 0 16,0 0-16,40 0 0,-40 0 0,1 0 0,39 0 15,-40 0-15,0 0 0,0 0 0,0 0 0,0 0 16,1 0-16,-1 0 15,0 0-15,0 0 0,0 0 0,40 0 0,-40 0 16,1 0-16,-1 0 0,0 0 16,40 0-16,-40 0 0,0 0 0,41-40 0,-41 40 15,0 0-15,0 0 16,0 0-16,0 0 0,0 0 0,0 0 0,1 0 16,-1 0-16,0 0 0,-40 40 15,40-40-15,0 0 0,0 0 0,0 0 16,0 0-16,1 0 0,-1 0 0,0 0 15,0 0-15,0 0 16,0 0-16,0 0 0,0 0 0,1 0 16,-1 0-16,-40 40 0,40-40 15,0 0-15,0 0 0,0 0 0,0 0 16,1 40-16,-1-40 16,0 0-16,0 0 0,0 0 15,0 0-15,0-40 0,0 40 0,1 0 16,-1-40-16,0 40 15,0 0-15,0 0 0,-40-40 0,40 40 16,0 0-16,0 0 16,1 0-16,-1 0 0,0 0 15,0-41-15,0 41 16,0-40-16,0 40 16,0 0-1,1 0-15,-1 0 0,0 0 0,0-40 0,0 40 16,0 0-16,0 0 15,0 0 1,1 0 0,-1 0 31,0 0-32,0 0-15,0 0 16,0 0-16,0-40 15,0 40-15,1 0 0,-1-40 0,0 40 16,0 0-16,0-40 16,0 40-16,-40-40 31</inkml:trace>
  <inkml:trace contextRef="#ctx0" brushRef="#br0" timeOffset="158940.7436">25761 10708 0,'0'0'0,"-40"0"31,0 0-15,0 0-1,40 40 1,-40-40-16,80 0 78,0 0-62,0 0-1,0 0-15,0 0 0,0 0 16,1 0-16,-1 0 16,0 0-16,0 0 0,0 0 0,40 40 0,-40-40 15,1 40-15,-1-40 16,0 0-16,40 0 0,-40 0 0,0 0 0,0 0 16,41 0-16,-41 0 0,0 0 0,0 0 0,40 0 15,-40 0-15,1 0 0,-1 0 16,0 0-16,0 0 0,0 0 0,0 0 0,0-40 15,0 40-15,1 0 16,-1 0-16,0 0 0,0 0 0,40 0 0,-40 0 16,0 0-16,1 0 0,-1-40 15,0 40-15,40 0 0,-40 0 0,0 0 0,0 0 16,1 0-16,-1 0 16,40 0-16,-40 40 0,0-40 0,0 0 0,0 0 15,1 0-15,-1 0 0,0 0 16,0 0-16,0 40 15,0-40-15,0 0 0,0 0 0,1 0 16,-1 0-16,0 0 16,0 0-16,0 0 0,0-40 0,0 40 0,0 0 15,41 0-15,-41 0 0,0 0 16,0 0-16,0 0 0,0 0 0,1 0 0,-1 0 16,0 0-16,0 0 0,0 0 31,-40 40-16,40-40-15,0 0 16,0 0-16,-40 40 0,41-40 16,-1 0-16,0 40 15,0-40-15,0 40 16,0-40-16,0 0 16,-40 40-16,40-40 0,1 0 15,-1 0 1,0-40-1,0 40-15,0 0 16,0 0-16,0 0 0,0-40 16,1 40-16,-1 0 0,-40-40 15,40 40-15,0 0 16,0 0-16,0 0 16,0 0-1,0 0 1,1-40-16,-1 40 31,0 0-15,0 0-1,0 0 17,0 0-32,0 0 15,0 0-15,-40-40 16,41 40 15</inkml:trace>
  <inkml:trace contextRef="#ctx0" brushRef="#br0" timeOffset="160460.5775">25801 11951 0,'40'0'16,"-80"0"15,40 40-15,-40-40-16,80 0 62,0 0-31,1 0-15,-1 0-16,0 0 16,0 0-1,0 0-15,0 0 0,0 0 0,0 0 0,1 0 16,-1 0-16,0 0 16,0 40-16,0-40 0,0 0 0,0 0 0,0 0 15,1 0-15,-1 40 0,0-40 0,0 0 0,0 0 16,0 0-16,0 0 0,0 0 15,1-40-15,-1 40 0,0-40 0,0 40 16,0 0-16,40 0 0,-40-40 16,1 40-16,39-40 0,-40 40 0,0 0 0,0 0 15,0-40-15,0 40 16,1 0-16,-1 0 0,0 0 0,0 0 16,0 0-16,0 0 0,0 0 0,-40 40 15,40-40-15,1 0 0,-1 0 16,0 40-16,0-40 0,0 0 0,0 0 15,0 0 1,0 0-16,1 0 0,-1 0 0,0-40 16,0 40-16,0 0 15,0 0-15,0 0 0,0-40 0,1 40 16,-1 0-16,0 0 16,0 0-16,0 0 0,0 0 0,0 0 15,0 0-15,1 0 0,-1-41 0,0 41 0,0 0 0,0 0 16,0 0-16,0-40 15,1 40-15,-1 0 0,0 0 0,0 0 0,0 0 16,0 0 0,0 0-16,0 0 0,1 0 0,-1 0 0,0 0 15,0 0 1,0 0-16,0 0 0,0 0 16,0 0-16,1 0 15,-1 0 1,0 0-16,0 0 15,0 0 1,0 0-16,0 0 31,0 0-15,1 0 0,-1 0-16,0-40 0,0 40 0,0 0 15,0 0-15,0 0 16,0 0-1,-40-40 1,41 40 0,-1 0-16,-40-40 0,40 40 15</inkml:trace>
  <inkml:trace contextRef="#ctx0" brushRef="#br0" timeOffset="163680.404">26323 7980 0,'0'-40'93,"0"80"95,0 0-157,0 1 0,-40-41 16,40 40-31,0-80 46,0-1-46,0 1 0,0 0-16,0 0 15,0 0 204,0 0-188,-40 40 79,40-40-48,0 0-46,0 80 124,0 0-108,0 0-17,0 0 1,0 0-1,40-40-15,-40 40 0,0 0 0,40-40 16,-40 41-16,0-1 16,40 0-16,-40 0 0,40 0 15,-40 0-15,0 0 16,0 0-16,40 0 16,-40 1-16,0-1 0,0 0 15,0 0 1,0 0-16,0 0 0,0 0 0,0 0 15,0 0 1,0 0-16,0 1 0,0-1 0,0 0 16,0 0-1,0 0-15,0 0 0,0 0 0,0 0 16,0 0 0,0 1-16,0-1 0,0 0 0,0 0 15,0 0-15,0 0 16,0 0-1,0 0-15,40 0 0,-40 0 16,0 1-16,0-1 16,0 0-16,0 0 0,0 0 15,0 0 1,-40 0-16,40 0 0,0 0 0,-40 1 16,40-1-16,0 0 0,0 0 15,0 0 1,0 0-16,0 0 0,80 0 0,-80 0 15,0 0 1,0 1-16,0-1 0,41 0 0,-41 0 16,0 0-16,0 0 0,0 0 15,0 0-15,0 0 0,0 1 16,0-1-16,0 0 16,0 0-16,0 0 0,0 0 0,0 0 15,0 0-15,0 0 0,0 0 16,0 1-16,0-1 15,0 0-15,0 0 0,40-40 16,-40 40-16,0 0 16,0 0-16,0 0 0,40-40 15,-40 40-15,0 1 16,0-1-16,0 0 0,0 0 16,0 0-16,0 0 15,0 0 1,0 0-16,0 0 15,0 0-15,0 1 16,0-1-16,40 0 16,0 0-1,-40 0 1,40 0 0,-40 0-1,0 0 1,0 0-1,0 1 17,0-1-17,0 0 1,0 0 0,0 0-16,0 0 15,40-40 1,-40 40-1,0 0 48,0 0-47,0 0-16,0 1 15,0-82 16,0 1-31,0 0 0</inkml:trace>
  <inkml:trace contextRef="#ctx0" brushRef="#br0" timeOffset="165930.2357">27286 7740 0,'0'40'16,"0"0"47,0 0-48,0 0-15,0 0 31,0 0-31,0 0 16,0 1 0,0-1-16,0 0 15,0 0 1,0 0-16,0 0 16,0 0-16,0 0 0,0 0 15,40 1-15,-40-1 16,0 0-16,0 0 0,0 0 0,40-40 15,-40 40-15,0 0 16,0 0-16,0 0 0,0 0 0,0 1 16,0-1-1,0 0-15,0 0 0,0 0 0,0 0 16,0 0 0,0 0-16,0 0 0,0 1 0,0-1 15,40 0-15,-40 0 0,0 0 0,0 0 0,0 0 16,40 0-16,-40 0 0,0 0 15,0 1-15,0-1 0,0 0 0,0 0 16,41 0-16,-41 0 16,0 0-16,0 0 0,0 0 0,40-40 15,-40 41-15,0-1 0,0 0 16,0 0-16,0 0 0,0 0 16,0 0-16,0 0 0,0 0 15,0 0 1,0 1-16,0-1 0,0 0 15,0 0-15,0 0 16,40-40-16,-40 40 0,0 0 16,40-40-16,-40 40 15,0 0-15,0 1 0,0-1 0,40 0 16,-40 0-16,0 0 0,0 0 16,0 0-16,0 0 0,0 0 15,0 0-15,40-40 0,-40 41 16,0-1-16,0 0 15,0 0-15,0 0 16,0 0-16,0 0 16,0 0-16,0 0 0,0 1 31,0-1-31,0 0 16,0 0-1,0 0-15,0 0 16,40-40-16,-40 40 0,0 0 31,0 0-31,0 0 16,0 1-1,0-1 17,0 0-17,40-40 1,-40 40-16,41 0 15,-1 0 17,-40 0-1,0 0-31,0 0 16,0 1-1,-40-41-15,40 40 47,40-40-16,-40 40-31,-81-40 32,81 40-32,-40-40 15,0 0-15,40 40 0,40-40 47</inkml:trace>
  <inkml:trace contextRef="#ctx0" brushRef="#br0" timeOffset="167830.1727">28610 7579 0,'0'-40'0,"0"0"15,40 40 1,-40 40 78,-40-40-79,40 40-15,0 0 16,0 1 0,0-1-1,-40-40-15,40 40 0,0 0 0,0 0 16,0 0-16,0 0 15,0 0-15,0 0 0,0 0 0,0 1 16,0-1-16,0 0 0,0 0 16,40-40-16,-40 40 0,0 0 0,0 0 0,0 0 15,0 0 1,40 1-16,-40-1 0,0 0 0,0 0 0,0 0 16,0 40-16,40-40 0,-40 0 0,0 0 15,0 1-15,0-1 0,40 0 16,-40 0-16,0 0 0,0 40 0,0-40 0,0 0 15,41 1-15,-41 39 16,0-40-16,0 0 0,0 0 0,0 40 0,0-40 16,0 0-16,0 1 0,0-1 15,0 0-15,0 0 0,0 0 0,0 0 0,40 0 16,-40 0-16,0 0 16,0 1-16,0-1 0,0 0 0,0 0 15,0 0-15,0 0 0,0 0 0,0 0 16,0 0-16,0 0 15,0 1-15,0-1 0,0 0 16,0 0-16,0 0 16,0 0-16,0 0 0,0 0 15,0 0-15,0 1 16,0-1-16,40 0 0,-40 0 16,0 0-16,0 0 0,40 0 15,-40 0 1,0 0-16,0 0 0,40-40 15,-40 41-15,0-1 16,0 0-16,0 0 0,0 0 16,40 0-1,-40 0-15,0 0 16,0 0-16,0 1 16,0-1-16,0 0 15,0 0-15,0 0 31,0 0-31,0 0 16,40-40-16,-40 40 16,41 0-16,-41 0 15,0 1 1,40-41-16,-40 40 16,0 0-16,0 0 31,0 0 0,0 0-31,0 0 16,0 0-1,0 0 1,-40-40 0,40 41-16,0-1 15,0 0 16,0 0 1,0 0-17,40-40-15,-40 40 16,40-40-16,-40 40 16,0 0-1,0 0 1,0-80 46</inkml:trace>
  <inkml:trace contextRef="#ctx0" brushRef="#br0" timeOffset="170209.9797">29653 7299 0,'41'0'47,"-41"40"47,0 0-63,-41-40-16,41 40 1,0 0-16,0 0 16,0 0-1,-40-40-15,40 40 16,0 0 0,0 1-1,0-1-15,0 0 16,0 0-1,0 0-15,0 0 0,0 0 16,0 0-16,40 0 16,-40 0-16,0 1 0,0-1 15,41 0 1,-41 0-16,0 0 0,0 0 16,0 0-16,0 0 0,0 0 15,0 1-15,0-1 0,0 0 16,0 0-16,0 0 0,0 0 0,0 0 15,0 0-15,40 0 16,-40 0-16,0 1 0,40-1 0,-40 0 0,0 0 16,40 0-16,-40 0 0,0 0 15,0 0-15,40 0 0,-40 1 0,0-1 0,0 0 16,40-40-16,-40 40 0,0 0 0,0 0 16,0 0-1,0 0-15,0 0 0,0 0 0,0 1 16,0-1-16,0 0 15,0 0-15,0 0 0,0 0 0,0 0 16,0 0-16,0 0 16,0 1-16,0-1 0,0 0 15,0 0-15,0 0 16,0 0-16,0 0 0,0 0 16,0 0-16,0 0 15,0 1-15,0-1 16,0 0-16,0 0 15,0 0 1,0 0-16,0 0 0,0 0 16,0 0-1,0 1 1,0-1-16,0 0 16,0 0-1,0 0-15,0 0 0,0 0 16,0 0-16,0 0 15,0 0-15,0 1 0,0-1 16,0 0-16,0 0 16,0 0-16,0 0 15,0 0 1,0 0-16,0 0 16,40 1-16,-40-1 15,0 0 1,40-40-16,-40 40 15,0 0 1,0 0 0,0 0-1,0 0-15,0 0 16,0 0-16,41 1 31,-41-1 0,0 0-15,0 0 0,0 0 15,0 0-15,0 0-16,0 0 31,0 0 0,0 1-15,0-1-1,-41-40 17,41 40-32,-40 0 31,40 0 0,0 0-15,0 0 31,-40-40-32,40 40-15,0 0 16,0 0 93,0 1-78,-40-41 1,40-41-32,0 1 15</inkml:trace>
  <inkml:trace contextRef="#ctx0" brushRef="#br0" timeOffset="175849.6405">20184 14116 0,'0'41'0,"-41"-41"0,82-41 140,-1 1-124,0 0 0,0 40-16,0-40 15,0 40-15,0 0 16,0-40-16,1 40 16,-1 0-16,0 0 31,-40 40-31,0 0 31,40-40-31,-40 40 0,0 0 16,0 1-1,0-1-15,0 0 16,0 0 0,0 0-1,-40-40-15,40 40 0,-40 0 0,40 0 16,-40-40-16,40 40 0,0 1 15,-41-41-15,41 40 0,0 0 32,0 0-32,0 0 31,0 0-31,0 0 16,0 0-1,0 0 1,41-40-16,-1 40 31,0 1-31,0-41 16,0 0-1,-40 40 1,40-40 0,0 0-1,-40-40 1,40 40-1,-40-41 17,0 1-1,0 0-31,0 0 0,0 0 16,0 0-16,-40 40 15,0 0 1,0 0-16,0 0 15,0 0 1,0 0-16,0 0 0,-1 0 16,1 0-1,0 0-15,0 0 0,40-40 16,-40 40-16,0-40 0,0 0 16,40 0-1,-40 40-15,40-41 0,0 1 16,-41 40 78,41-40-94,0 0 15,-40 40 1,40-40-16,0 0 0,0 0 15,40 0 1,1 40 15</inkml:trace>
  <inkml:trace contextRef="#ctx0" brushRef="#br0" timeOffset="176879.5825">21307 14036 0,'0'40'109,"0"0"-93,0 1-1,0-1-15,0 0 0,0 0 0,40 0 16,0 0-16,-40 0 0,0 0 16,40-40-16,-40 40 0,41 1 15,-41-1 1,0 0-1,0 0 32,0-80 0,0 0-31,40 40-16,-40-40 15,0-1 1,40 41-16,-40-40 16,40 40-16,0 0 31,0 0-31,0 0 31,-40 40-15,40 1-1,-40-1-15,0 0 0,41-40 16,-41 40 0,0 0-1,-41 0 17,1-40-32,0 0 15,0 0 1,0 0-16,0 0 15,0 0 1,40-40 0,-40 40-1,40-40-15,0 0 16</inkml:trace>
  <inkml:trace contextRef="#ctx0" brushRef="#br0" timeOffset="177289.5543">21949 14357 0,'40'0'0,"-40"-40"16,0 80 30,40 0-14,-40 0-17,41-40-15,-41 40 16,40 1-16,0-1 16,-40 0-16,40-40 0,-40 40 0,0 0 15,40-40 1,-40 40-16,40-40 0</inkml:trace>
  <inkml:trace contextRef="#ctx0" brushRef="#br0" timeOffset="177519.552">21869 14036 0,'-40'-40'15,"0"40"1,40-40 0,40 0-1</inkml:trace>
  <inkml:trace contextRef="#ctx0" brushRef="#br0" timeOffset="178029.5103">22190 13876 0,'40'0'0,"-40"40"47,0 0-16,0 0-15,40-40-1,-40 40-15,40 0 0,-40 0 16,40 1-16,-40-1 0,41 0 16,-1 0-16,-40 0 15,40-40-15,-40 40 0,40 0 16,-40 0-1,40-40-15,-40 40 0,40-40 16,-40 41-16,40-41 16,0 0-16,-40 40 0,41-40 15,-1 0 1,-40-40 31,0-1-47</inkml:trace>
  <inkml:trace contextRef="#ctx0" brushRef="#br0" timeOffset="178309.4958">22350 14357 0,'0'0'16,"0"-40"0,41 0-1,-1 40-15,40-40 16,-40 0-16,0 40 15,0 0 1</inkml:trace>
  <inkml:trace contextRef="#ctx0" brushRef="#br0" timeOffset="178779.4689">23233 13916 0,'0'40'94,"0"0"-79,0 0 1,40-40-16,-40 40 16,0 0-16,0 1 0,40-1 15,1 0 1,-1 0-16,0 0 16,-40 0-16,0 0 15,40-40-15,-40 40 16,0 0-16,0 1 0,40-1 0</inkml:trace>
  <inkml:trace contextRef="#ctx0" brushRef="#br0" timeOffset="179149.4459">23193 13956 0,'0'-40'15,"0"0"1,0 0 15,40 40-31,0-40 16,0 40-16,-40-40 16,41 40-1,-1 0-15,-40-41 0,40 41 16</inkml:trace>
  <inkml:trace contextRef="#ctx0" brushRef="#br0" timeOffset="179589.4349">23313 14638 0,'0'0'0,"41"0"94,-1 0-78,-40-40-16,40 40 0,0 0 0,0 0 15,0 0 1,0 0-16,0 0 0,1-40 0,-1 40 16,-40-40-16,40 40 0,0 0 15,-40-41-15,40 41 0</inkml:trace>
  <inkml:trace contextRef="#ctx0" brushRef="#br0" timeOffset="180399.373">24156 14157 0,'-40'0'31,"40"40"-15,0 0-1,40-40-15,-40 40 0,40 0 16,-40 0-16,40 0 0,0-40 16,-40 40-1,41-40-15,-41 40 0,40-40 63,-40-40-63,0 0 15,0 0-15,0 0 16,0 0 0,0 0-16,0 0 15,0 0-15,40-1 16,0 41-1,0 0 1,0 0-16,0 0 16,-40 41-1,0-1 1,0 0-16,0 0 0,0 0 16,-40-40-1,40 40-15,-40 0 0,0-40 31,40-40-31,-40 0 32,40 0-32,0 0 0,0 0 15,40 0-15,-40-1 0,80 41 16,-80-40-16,40 40 16,0 0-16,1 0 15,-1 0 1,0 40-1,0 1 1,-40-1 15,0 0-31,40 0 0,-40 0 16,0 0-16,40-40 0,-40 40 0,0 0 16,0 0-16,40-40 15,-40 41-15,40-1 0</inkml:trace>
  <inkml:trace contextRef="#ctx0" brushRef="#br0" timeOffset="181049.3328">25280 14036 0,'-41'0'0,"1"0"15,0 0-15,0 0 32,0 0-32,40 40 15,-40-40-15,40 40 0,0 1 32,0-1-32,0 0 31,40-40-16,-40 40-15,40-40 16,0 0-16,0 0 31,-40-40-31,0 0 16,0 0 0,0-1-16,40 41 15,-40-40-15,41 40 78,-1 0-78,-40 40 0,40-40 0,0 41 16,0-41 0,0 40-16,-40 0 0,40-40 15,1 40-15,-1 0 16,-40 0-16,40-40 0</inkml:trace>
  <inkml:trace contextRef="#ctx0" brushRef="#br0" timeOffset="182379.2539">25882 13956 0,'-41'0'0,"1"0"32,0 0-32,0 0 15,40 40 1,-40 0-1,0 0 1,40 0 0,40 1-1,0-41-15,40 40 16,-40-40-16,1 0 16,-1 0-1,40 0 1,-80-40-1,0-1-15,0-39 32,0 40-32,0 0 15,-40 40 1,40 40 0,0 0-1,40 0 1,0 41-1,0 39 1,0-80-16,-40 120 31,40-119-31,-40-1 0,0 0 0,0 0 0,0 80 16,0-40 0,-40 1-1,0-81-15,-40 40 31,40-40-31,0 0 16,0 40-16,-41-80 16,41 40-16,40-40 15,-40-1-15,0-39 32,40 40-32,0 0 15,0 0-15,40 40 0,-40-40 16,40 40-16,0-40 15,81 0 1,-81 0 0,0 40-16,40 0 15,-40 0-15,0 0 0,1 0 16,-1 0-16,40 0 31,-80-41-31,40 1 0,-40 0 31,40 0-31,-40 0 32,0 0-32,40 40 15,-40-40 1,0 0 0,40 40-1,-40-40 1,0-1 15,-40 41-31,0 0 0,0 0 31,0 0-31,0 0 0,40 41 16,-40-41 0,40 40-1,0 0 1,40-40-16,-40 40 0,40-40 15,-40 40-15,40-40 0,-40 40 0,40-40 0,0 40 16,0-40 0,1 0-16,-41 40 15,40-40-15,0 0 0,0 0 16,-40-80 0,40 80-16,0 0 0,0 0 15,0-40 1,-80 40 62,0 0-62,0 0-1</inkml:trace>
  <inkml:trace contextRef="#ctx0" brushRef="#br0" timeOffset="201891.5572">19301 16042 0,'0'40'156,"-40"-40"-62,0 0-94,-1 0 15,1 0 1,0 0-16,40 40 0,-40-40 0,0 40 15,40 0 1,-40-40-16,40 40 16,0 0 15,-40-40-31,40 40 0,0 0 16,0 0-1,0 1-15,0-1 16,0 0-16,0 0 0,0 0 31,0 0-15,0 0-1,40-40-15,-40 40 16,40 0 0,-40 1-16,0-1 15,40 0-15,-40 0 16,40-40-1,0 0 1,0 0 0,1 0-16,-1 0 15,0 0 1,0 0-16,0 0 16,0 0-1,0 0 1,0 0 15,1 0-15,-1-40 15,0 0-15,0 0-1,0-1 1,0 1-16,-40 0 15,40 40 1,-40-40 0,0 0-1,0 0 1,0 0 0,-40 40-16,40-40 15,-40 40-15,40-40 16,-40 40-16,40-41 0,-40 41 15,40-40 1,0 0-16,0 0 31,0 0-15,-40 40-16,40-40 16,0 0-16,-40 40 31,40-40-31,0 0 15,-41 0-15,41-1 16,-40 41-16,40-40 16,0 0 62,-40 40-31,0 0 0,0 0-47,40 40 0,-40-40 15,0 0-15</inkml:trace>
  <inkml:trace contextRef="#ctx0" brushRef="#br0" timeOffset="202901.4906">21066 16001 0,'0'-40'0,"0"0"31,40 40-15,-40-40-16,0 0 31,0 80 63,0 0-79,0 0 1,0 0-16,0 1 16,0-1-16,0 0 15,0 0 1,0 0-16,0 0 0,0 0 15,0 0-15,0 0 0,0 0 16,0 1-16,0-1 16,0 0-16,41-40 0,-41 40 15,40-40 1,-40 40-16,40-40 0,0 40 0,-40 0 16,40-40-1,-40 40-15,40-40 16,-40 40-16,40-40 31,0 0-15,1-40-16,-1 40 15,-40-40-15,40 40 0,0 0 16,-40-40 0,40 40-16,0-40 0,0 40 15,-40-40-15,0 0 16</inkml:trace>
  <inkml:trace contextRef="#ctx0" brushRef="#br0" timeOffset="203281.4768">20986 16402 0,'-40'0'16,"80"0"-16,-120 0 0,80 41 0,-40-41 15,0 0-15,80 0 31,0 0-31,-40-41 16,40 41-16,-40-40 0,40 40 16,0 0-16,0 0 0,-40-40 0,40 40 0,-40-40 15,41 40-15,-1 0 16,0 0-16,0-40 0,0 40 0,0 0 16,0 0-16,0 0 15,1 0-15</inkml:trace>
  <inkml:trace contextRef="#ctx0" brushRef="#br0" timeOffset="203891.5054">21989 16162 0,'0'0'16,"81"0"0,39 0-1,40 40 1,-39 0 15,-81 0-15,0 0-1,-40 0 17,0 0-17,-40-40-15,0 81 16,40-41-1,-40-40-15,40 40 32,-40-40-32,-1 0 15,1 0-15,0 0 16,0 0-16,-40-80 31,40 80-31,40-40 16,0-1-1,40-39 1,0 0 15,0 40-31,0 40 0,-40-40 16,40 0 0</inkml:trace>
  <inkml:trace contextRef="#ctx0" brushRef="#br0" timeOffset="204751.4728">23313 15961 0,'-40'0'0,"40"-40"47,0 0-32,81 40-15,-1 0 16,-40 0-16,0-40 15,0 40-15,0 0 16,0 0-16,1 0 0,-1 0 16,0 0-16,0 40 15,0-40-15,-40 40 0,40-40 0,-40 40 0,40-40 16,-40 40-16,0 1 16,0-1-16,0 0 15,-40 0 1,0 0-16,40 0 0,-40-40 0,0 0 15,40 40-15,-40-40 0,0 0 0,-1 40 0,1-40 16,0 40 0,0-40-16,0 0 0,0 0 15,0 0-15,0 0 16,-1 0-16,41-40 16,-40 40-16,40-40 31,40 40-16,1 0 1,-1 0-16,0 0 0,0 0 16,0 0-1,0 40 1,-40 0 0,0 0-16,40 1 0,-40-1 15,0 0 1,0 0-16,40 0 0,-40 0 15,41-40-15,-41 40 0,40-40 0,-40 40 16,40 0-16,0 1 16,0-1-16,0-40 15,-40 40 1</inkml:trace>
  <inkml:trace contextRef="#ctx0" brushRef="#br0" timeOffset="205501.3745">24477 16001 0,'0'-40'16,"40"40"15,-40 40-16,0 1 1,40-41-16,-40 40 31,40-40-15,-40 40-16,0 0 16,0 0-16,41 0 15,-41 0-15,0 0 16,40-40-16,-40 40 15,40-40 1,-40 40-16,40-40 78,-40-40-78,40 40 16,0 0-16,-40-40 15,40 40 1,0 0-16,-40 40 16,41-40-16,-41 40 15,40 1-15,-40-1 0,40 0 16,-40 0 0,40 0-16,-40 0 0,40-40 15,-40 40-15,0 0 16,0 0-16,0 1 15,-40-41-15,0 0 16,-40 0 0,39 0-16,1 0 0,-40 0 0,40 0 15,0 0-15,0-41 0,-41 41 16,41 0-16,40-40 0,-40 40 0,0 0 0,0 0 16,40-40-1,-40 40-15</inkml:trace>
  <inkml:trace contextRef="#ctx0" brushRef="#br0" timeOffset="205891.3474">24437 16122 0,'40'-40'31,"0"40"-31,0-40 0,0-1 16,-40 1-16,41 40 0,-1 0 15,-40-40-15,40 40 16,-40-40-16,40 40 0,-40-40 16,40 40-16,0 0 15,-40-40-15,40 40 0,0 0 0,-40-40 0,41 40 16,-1 0-16,0 0 16,0-40-16,0 40 0,0 0 0,0 0 15,0 0-15,1 0 0,-1 0 0</inkml:trace>
  <inkml:trace contextRef="#ctx0" brushRef="#br0" timeOffset="206601.3222">25962 15681 0,'40'0'0,"0"0"31,-40 40-15,0 0 0,0 0-16,0 0 0,-40 0 15,40 0 1,0 0-16,0 0 0,0 1 16,0-1-16,0 0 15,0 0-15,0 0 0,40 0 0,-40 0 16,40 0-16,-40 0 31,40-40-31,0 0 31,-40-40-31,41 0 0,-1 40 16,-40-40 0,40 40-1,-40-40-15,40 40 31,0 0-31,0 40 0,0-40 16,-40 40-16,40 0 16,1-40-16,-41 40 0,40-40 0,-40 40 0,40-40 15,0 41-15,-40-1 0,40 0 16,-40 0-16,0 0 16,0 0-1,0 0-15,-40-40 16,0 0-16,0 0 15,0 0-15,-1 0 16,1 0-16,0 0 0,0 0 16,0 0-16,0 0 15,40 40-15,-40-40 0</inkml:trace>
  <inkml:trace contextRef="#ctx0" brushRef="#br0" timeOffset="207441.3156">26162 15721 0,'0'-40'16,"0"-1"-1,0 1-15,0 0 32,81 40 46,-41 0-63,0 0-15,0 0 16,0 0-16,0-40 0,0 40 0,1 0 16,-1 0-1,0 0-15,0 0 0,0-40 0,0 40 16,0 0 0,0-40-1,1 40 16,-1 0 1,0 0-17,-40 40-15,40-40 16,0 40 0,-80-40 30,0 0-30,0-40-16</inkml:trace>
  <inkml:trace contextRef="#ctx0" brushRef="#br0" timeOffset="244029.1948">11195 16282 0,'-40'0'15,"40"40"220,0 0-220,0 0 1,40 1-16,-40-1 0,0 0 0,40-40 16,-40 40-16,0 0 15,0 0-15,0 0 0,41 0 16,-41 0-16,0 1 0,0-1 0,0 0 16,40-40-16,-40 40 0,0 0 15,0 0 1,0 0 15,0-80 16,-40 40-31,40-40-16,0 0 0,-41 40 15,41-40-15,0 0 0,0 0 16,-40 40-16,40-41 0,0 1 15,-40 0 1,40 0-16,0 0 16,-40 40-16,40-40 0,0 0 15,-40 0-15,40 0 16,0-1-16,-40 41 16,40-40-16,0 0 15,0 0-15,0 0 16,-40 0-1,40 0 1,40 40 15,-40-40-31,40 40 0,0 0 16,0 0 0,0 0-1,0 40 1,1-40 15,-1 0-31,-40 40 31,40-40-15,-40 40-16,0 0 16,-40 0-1,0-40 1,40 40-1,0 0-15,-41 1 16,41-1-16,-40-40 16,40 40-16,-40-40 15,40 40 1,-40-40 0,80 0 15,-40-40-31</inkml:trace>
  <inkml:trace contextRef="#ctx0" brushRef="#br0" timeOffset="244409.1727">11918 16282 0,'0'40'46,"0"0"-30,0 0-16,0 1 0,0-1 16,0 0-1,0 0-15,0 0 0,40-40 16,-40 40-16,0 0 0,40-40 16,-40 40-1</inkml:trace>
  <inkml:trace contextRef="#ctx0" brushRef="#br0" timeOffset="244669.2528">11918 16001 0,'0'-40'16,"0"0"0,0 0-1</inkml:trace>
  <inkml:trace contextRef="#ctx0" brushRef="#br0" timeOffset="245069.2248">12439 16162 0,'0'40'16,"0"0"62,40-40-78,-40 40 16,40 0-16,1-40 0,-1 40 0,-40 0 15,40 1-15,0-41 0,0 40 16,0-40-16,0 40 0,0 0 0,1-40 0,-1 40 15,0-40-15,0 40 16,0-40-16,0 40 0,0-40 0,-40 40 0,40-40 16,1 0-16</inkml:trace>
  <inkml:trace contextRef="#ctx0" brushRef="#br0" timeOffset="245409.1136">13121 16483 0,'0'0'0,"-40"0"0,40 40 0,-40-40 15,0 0-15,0 0 16,40 40-16,-40-40 0,0 0 31,-1 0-31,1 0 0,40 40 16,-40-40-16,40 40 0,-40-40 16,40 40-16,-40 0 0,40 0 15,-40-40-15,40 41 0,0-1 0,-40 0 16,40 0-1,0 0-15</inkml:trace>
  <inkml:trace contextRef="#ctx0" brushRef="#br0" timeOffset="245899.1754">13603 16523 0,'0'0'0,"0"-40"62</inkml:trace>
  <inkml:trace contextRef="#ctx0" brushRef="#br0" timeOffset="246359.0557">13723 16483 0,'0'-40'78,"40"40"-78,0 0 0,-40-41 15,41 41 1,-1 0-16,-40-40 0,40 40 0,0 0 16,0-40-16,0 40 15,0-40-15,0 0 16,-40 0 15,-40 40-31,0 0 16,0 0-1,40 40-15,-40-40 0,40 40 0,-40-40 16,0 0-16,40 40 16,-40 0-16,-1-40 15,41 40-15,-40-40 16,40 41 0,0-1 15,0 0-31,0 0 15,40-40 1,1 0-16,-1 40 16,0-40-1,0 40-15,0-40 0,0 40 16,0-40-16,0 0 0</inkml:trace>
  <inkml:trace contextRef="#ctx0" brushRef="#br0" timeOffset="246749.1236">14606 16001 0,'0'41'16,"0"-1"15,0 0-31,0 0 16,0 0-1,0 0-15,0 0 16,0 0 0,0 0-16,0 0 0,0 1 0,0-1 15,40 0-15,-40 0 0,40 0 16,-40 0-16,0 0 16,40-40-16,1 40 0</inkml:trace>
  <inkml:trace contextRef="#ctx0" brushRef="#br0" timeOffset="247769.0633">16291 16603 0,'0'-40'47,"40"40"62,1 0-109,-1 0 16,0 0-16,0 0 15,0 0 1,0 0-16,0 0 0,0 0 0,1 40 16,-1-40-16,0 0 15,0 0-15,0 0 0,0 0 16,0 0-16,0 0 0,1 0 16,-1 0-1,0 0-15,0 0 16,0 0-1,0 0 17,-40-40 30</inkml:trace>
  <inkml:trace contextRef="#ctx0" brushRef="#br0" timeOffset="248308.9393">16973 16362 0,'41'0'32,"-41"-40"-32,40 80 62,0-40-46,-40 40-1,40-40-15,0 0 0,-40 41 0,40-41 16,0 0-16,-40 40 0,40-40 0,-40 40 0,41-40 16,-1 0-1,-40 40-15,40-40 0,0 0 16,-40 40-16,0 0 15,40-40 17,-40 40-17,0 0-15,-40 0 16,0 1 0,40-1-16,-40-40 15,40 40-15,0 0 16,0 0-16,-40 0 15,40 0 1,-41-40-16</inkml:trace>
  <inkml:trace contextRef="#ctx0" brushRef="#br0" timeOffset="256668.5333">15810 7940 0,'-40'0'16,"40"-40"31,-40 40-47,-1 0 31,82 0 203,-1 0-218,0 0 0,0 0-16,0 0 15,0 0 1,-40-40-16,40 40 15,0 0 1,-40-40 15,41 40-31,-1 0 0,0 0 32,0 0-32,0 0 15,0 0 1,0 0-16,0 0 31,1 0-15,-1 0-16,0 0 15,0 0 1,0 0 0,-40-40 15,40 40-31,0 0 15,0 0 1,1 0 0,-41-40-16,40 40 0,0 0 15,0 0 17,0 0-1,0 0-31,0 0 15,0 0 1,1 0 0,-1 0-16,0 0 15,0 0 1,0 0-16,0 0 0,0 0 16,0 0-1,1 0 1,-1 0-1,0 40 1,0-40 0,0 0-16,-40 40 15,40-40-15,0 0 32,0 0-17,1 0 1,-1 0-16,0 0 0,0 0 0,0 0 15,0 0 1,0 0-16,0 0 0,1-40 0,-1 40 16,0 0-16,0 0 0,-40-40 0,40 40 15,0 0 1,0 0 0,1 0-1,-1 0-15,0 0 16,0 0-1,0 0-15,0 0 0,0 0 16,0 0 0,1 0-1,-1 0 1,0 0 0,-40-40-1,40 40-15,0 0 31,0 0 1,0 0-17,0 0 1,1 0-16,-1 0 16,0 0-1,0 0 1,0 0-1,0-40 32,0 40-47,0-41 16,1 41 0,-1 0-16,0 0 15,40 0 48,-40 0-48,0-40 1,0 40-16,1 0 16,-1 0-16,0 0 15,0 0-15,0 0 0,0 0 16,0 0-1,0 0-15,1 0 47,-1 0-47,0 0 16,0-40-16,0 40 16,0 0-16,0-40 0,0 40 15,1 0-15,-1 0 16,0 0 15,0 0-15,0 0-1,0 0 1,0 0-16,0 0 0,1 0 0,-41-40 16,40 40-16,0 0 0,0-40 15,0 40-15,0 0 0,0 0 16,0-40-16,1 40 15,-1 0-15,0 0 16,0 0 0,0 0-1,0 0 63,0 0-62,-40-40 0,40 40-16</inkml:trace>
  <inkml:trace contextRef="#ctx0" brushRef="#br0" timeOffset="257188.5005">20625 7339 0,'0'0'0,"0"40"15,40-40 95,0 0-79,0 0-16,41 0 1,-41 0-16,0 0 0,0 0 16,0 0-16,0 40 0,0-40 31,-80 0 0,0 0-15,-40 40-1,40-40-15,0 40 0,-1-40 0,1 0 0</inkml:trace>
  <inkml:trace contextRef="#ctx0" brushRef="#br0" timeOffset="258158.3993">22511 7900 0,'-40'0'15,"0"0"1,40 40 62,-40-40-62,-1 0-16,41 40 0,-40-40 15,40 40-15,0 1 16,-40-41-16,0 40 0,40 0 16,0 0-1,40-40 16,0 0-31,-40-40 32,40 40-17,-40-40-15,0 0 0,41 40 16,-41-41 0,40 41-16,-40-40 0,40 40 15,0 0 1,-40-40-16,40 40 15,0 0 48,0 0-47,0 0-16,1 0 15,-1 0-15,0 0 16,0 0-1</inkml:trace>
  <inkml:trace contextRef="#ctx0" brushRef="#br0" timeOffset="259548.3593">22591 8020 0,'0'0'16,"40"0"31,-40 41-16,-40-41-15,40 40-16,0 0 0,0 0 15,0 0-15,0 0 16,0 0-16,0 0 0,0 0 16,0 1-16,40-1 0,-40 0 0,0 0 15,0 0-15,0 0 16,0 0-16,0 0 0,40 0 15,-40 0-15,0 1 0,0-1 16,0 0-16,0 0 0,0 0 0,0 0 16,0 0-16,-40 0 0,40 0 15,0 1-15,0-1 16,0 0-16,0 0 0,40 0 0,-40 0 16,0 0-16,0 0 15,0 0-15,0 0 0,0 1 0,0-1 0,0 0 16,41-40-16,-41 40 15,0 0-15,0 0 0,0 0 0,0 0 16,0 0 0,40 1-16,-40-1 15,0 0 1,40-40 0,-40 40-16,0 0 0,0 0 15,0 0 1,0 0-16,0 0 15,0 0 1,0 1-16,0-1 16,0 0-16,0 0 15,40 0 1,0 0-16,-40 0 16,0 0-1,0 0-15,0 1 31,0-1-31,0 0 16,0 0 0,0 0-16,0 0 15,0 0-15,0 0 16,0 0 0,0 0-16,0 1 15,0-1 1,40-40-16,-40 40 15,0 0 1,0 0-16,0 0 16,0 0-16,-40 0 15,40 0 1,0 1 0,0-1-1,0 0 1,0 0-1,0 0 1,0 0 0,0 0-16,0 0 15,40 0 1,0 0 0,0-40 15,-40 41-31,0-1 47,0 0-16,0 0-15,41-40-1,-1 0 1,-40 40 31,0 0-32,0 0 1,40-40-16,0 0 16,-40 40-16,0-80 46</inkml:trace>
  <inkml:trace contextRef="#ctx0" brushRef="#br0" timeOffset="260208.2393">22752 12031 0,'0'40'0,"40"-40"31,-40-40-31,40 40 16,0 0-16,-40-40 15,40 40 1,-40 40 15,0 0-15,80-40-1,-39 40 1,-41 0 15,40-40-31,-40 40 16,80-40 31,-40 0-16,-40-40-31,40 40 16,0-40-1,-40 0 1,0 0-16,40 40 16,1 0-1,-41-40-15,-41 40 63</inkml:trace>
  <inkml:trace contextRef="#ctx0" brushRef="#br0" timeOffset="264227.9905">28129 5935 0,'40'0'16,"-40"40"-16,0-80 109,0 0-62,40 0-32,0 40 1,0 0-16,0-40 16,0 40-1,0 0-15,1 0 32,-1 0-17,-40 40 1,40-40-1,-40 40 1,0 0 0,0 0-1,0 0 1,-40 0 0,40 0-16,-40-40 15,40 41-15,-41-41 0,41 40 16,-40-40-16,0 40 15,0-40-15,40 40 16,-40-40-16,40 40 0,-40-40 16,40 40-1,0 0-15,0 0 16,0 0 0,-40-40-16,40 40 0,0 1 15,0-1 1,40-40 31,0 40-47,0-40 15,0 0-15,0 0 16,0 0-16,1 0 31,-1 0 0,-40-40-31,40 0 16,-40-1 0,0 1 15,-40 40-15,40-40-16,-40 40 0,-1-40 15,1 0 1,0 40-16,40-40 0,-40 40 0,0-40 15,40 0 1,-40 40-16,40-40 0,-40 40 0,0-40 16,40-1-16,-41 41 0,41-40 15,-40 40 1,40-40-16,-40 40 0,40-40 16,-40 40-1,80 0 16,0 0-15,0 0 15,1 0-31</inkml:trace>
  <inkml:trace contextRef="#ctx0" brushRef="#br0" timeOffset="264657.9622">29011 6176 0,'-40'0'16,"40"-40"-16,0 80 94,0 0-94,40-40 0,1 40 15,-1 0 1,-40 0-16,40-40 0,0 40 16,0-40-16,-40 40 0,40-40 0,0 0 15,-40 40-15,40-40 16,1 0-16,-1 40 0,0-40 16,-40 41-1</inkml:trace>
  <inkml:trace contextRef="#ctx0" brushRef="#br0" timeOffset="265068.0333">29413 6136 0,'0'0'0,"-40"40"62,-1-40-46,41 40 0,-40-40-16,40 40 15,-40 0-15,40 0 16,-40-40-16,40 40 16,0 0-16,-40 0 15,40 0 1,0 1-1,-40-41 1</inkml:trace>
  <inkml:trace contextRef="#ctx0" brushRef="#br0" timeOffset="266547.9422">29934 5935 0,'40'0'0,"-40"-40"47,41 40 15,-41 40-62,40-40 16,0 0-1,0 0-15,0 0 16,-40 40-16,40-40 0,0 0 31,-40 40-15,0 0 0,0 0-1,0 1 1,0-1-16,0 0 15,0 0 1,-40-40-16,0 0 16,40 40-16,-40-40 15,0 0 1,40 40-16,0 0 16,-40-40-1,40 40-15,-40-40 0,40 40 16,-41-40-1,41 40 1,41-40 109,-1 0-125,0 0 16,0 0-16,0 0 0,0 0 15,0 0 1,0 0-16,1 0 31,-41-40 63,0 0-78,-41 0-1,41 0 1,-40 0-1,0 40 1,0 0-16,40-40 0,-40 40 16,0 0-16,40-40 0,-40 40 0,0-40 15,-1 40 1,41-40-16,-40 40 16,40-41-1,0 1 32,0 0-47,0 0 31,40 40-31,-40-40 16,41 40 0,-1 0-16,0 0 15,0 0 1,0 0-16,0 0 15,-40-40-15</inkml:trace>
  <inkml:trace contextRef="#ctx0" brushRef="#br0" timeOffset="289456.4994">26002 1403 0,'0'0'16,"40"0"47,-40-40-48,0 0 1,40 40-16,0 0 15,-40-40-15,40 40 0,1-40 16,-1 40 0,0 0-16,0 0 31,-40 40-15,0 0-1,0 0-15,40-40 16,-40 40-16,0 0 0,0 0 15,0 0-15,-80-40 16,80 41-16,0-1 0,0 0 0,-40 0 16,0 0-1,40 0-15,-41 0 16,41 0-16,-40 0 16,40 0-16,0 1 15,40-1 1,1-40-1,-41 40-15,80-40 0,-40 40 0,0-40 16,0 0 0,0 0-16,0 40 15,-40-80 79,0 0-94,0 0 16,0 0-1,-40 40-15,40-41 0,-40 41 16,0-40 0,0 40-16,40-40 0,-40 40 15,0 0-15,40-40 16,-40 40-16,-1 0 0,1-40 15,0 40-15,0-40 16,0 40 0,40-40-16,-40 0 15,40 0 1,0 0-16,0-1 16,0 1-1,0 0 1,40 0 15,0 40-15,0 0-1,0-40-15</inkml:trace>
  <inkml:trace contextRef="#ctx0" brushRef="#br0" timeOffset="289866.46">27246 1243 0,'0'40'16,"-40"0"0,80 0 15,-40 0-15,40-40-16,-40 40 0,80-40 0,-80 40 15,40-40-15,0 40 0,-40 1 16,41-41-16,-1 40 0,0 0 0,0 0 0,0 0 15,0-40-15,0 40 0,0 0 0,1-40 0,-1 40 16,0-40-16,40 40 16,-40-40-16,0 40 0,0-40 0,41 0 0,-81 41 15,40-41-15,0 0 0,0 0 16,0 0-16,0 0 0</inkml:trace>
  <inkml:trace contextRef="#ctx0" brushRef="#br0" timeOffset="290126.4447">28129 1523 0,'-41'-40'16,"1"40"31,0 0-47,0 0 15,0 40-15,0-40 0,0 0 0,0 0 0,-1 41 16,1-41-16,40 80 0,-40-80 16,40 40-16,-40-40 0,0 40 0,40 0 0,0 0 15,-40-40-15,40 40 16,0 0-16,-40-40 0,40 40 0,0 1 0,0-1 16,0 0-1</inkml:trace>
  <inkml:trace contextRef="#ctx0" brushRef="#br0" timeOffset="291006.3919">28730 1243 0,'81'-40'16,"-162"80"-16,202-80 0,-81-1 15,0 41-15,0 0 16,0 0 0,1 41-1,-41-1 1,40-40-1,-40 80 17,0 0-17,-40-40-15,40 0 16,-41 0-16,1 41 16,-40-1-1,40-80 1,40 40 15,0 0-31,0 0 31,40 40-15,0-40 0,40 1-1,1-41 1,-41 0-1,-40-41 17,-40 41-17,40-40-15,0 0 16,-40 0-16,-1 0 16,41 0-16,-40 40 0,40-40 15,-40 0-15,0 0 0,40 0 0,0-1 16,-40 41-16,40-40 0,0 0 0,-40 40 0,40-40 15,0 0-15,-40 40 0,40-40 16,0 0-16,-41 0 16,82 40 46</inkml:trace>
  <inkml:trace contextRef="#ctx0" brushRef="#br0" timeOffset="291326.3885">29332 1203 0,'41'0'31,"-1"40"-31,0-40 31,0 80-31,80 0 32,81 40-17,-81-79 1,161 39-1,-40 0 1,-201-80 0</inkml:trace>
  <inkml:trace contextRef="#ctx0" brushRef="#br0" timeOffset="291606.4287">30255 1243 0,'-80'-40'15,"40"40"1,0 0 0,-40 40-1,39-40-15,-39 80 16,40-40-16,0 0 15,40 0-15,0 40 16,0 81 0,0-81-1</inkml:trace>
  <inkml:trace contextRef="#ctx0" brushRef="#br0" timeOffset="292446.3051">30616 1042 0,'41'0'31,"-1"0"-31,0 0 16,0 0-16,0 0 15,0 0-15,0 0 16,0 0-16,1 40 16,-41 0-16,40 0 15,-40 1-15,0-1 0,0 0 0,0 0 16,0 0 0,-40-40-16,40 40 0,-41-40 0,1 40 15,0-40 1,40 40-16,-40-40 0,0 0 15,0 0-15,40 40 16,-40-40 0,40 41-16,0-1 31,40 0-31,40 0 16,-40-40-1,0 0-15,-40 40 16,40-40-16,-40-40 62,0 0-62,-40 40 0,40-40 16,0 0 0,0-1-16,-40 1 15,40 0 1,0 0-16,-40 0 0,40 0 15,-40 0-15,0 0 0,0 40 16,0-40-16,-1 40 16,1 0-16,0-41 0,0 41 15,0 0-15,40-40 47,40 0-31,0 40-16,40-40 0,-39 40 15,-1 0 1,0 0-16,0-40 0,0 40 0</inkml:trace>
  <inkml:trace contextRef="#ctx0" brushRef="#br0" timeOffset="293906.2285">31660 1042 0,'-40'40'0,"40"0"16,0 0-16,0 1 16,0-1-16,0 0 15,0 0 1,0 0-16,0 0 0,0 0 16,0 0-16,0 0 15,0 1-15,0-1 0,40 0 16,-40-80 46,0 0-46,40-1 0,-40 1-16,0 0 15,40 40 16,-40 40 32,0 0-63,40-40 0,-40 41 16,0-1-1,0 0-15,0 0 16,0 0-1,-40-40-15,0 0 16,40 40-16,0-80 47,0 0-31,40 40-16,-40-40 0,40 40 0,-40-40 15,40 40-15,0-40 16,0 40-1,1 0-15,-1 0 0,0-41 16,0 41-16,0 0 16,0 0-16,0 0 0,0 0 15,-40-40 1,41 40-16,-41-40 47,0 0-32,0 0 1,0 80 47,0 0-63,40-40 15,-40 40-15,40-40 0,-40 40 0,40 1 16,-40-1-1,40-40-15,-40 40 0,40-40 16,0 0 15,0-40-15,1 40-16,-41-40 0,40 40 16,-40-81-16,40 81 15,0-40-15,-40 0 0,40 0 0,-40 0 0,0 0 16,40 0-16,-40 0 0,0-1 0,0-39 0,0 40 15,0 0-15,-40 40 0,40-40 16,0 0-16,-40 40 0,40-40 0,0 0 16,-40 40-1,40-40-15,0 80 47,0 0-47,0 0 16,0 0-1,0 0-15,0 0 0,0 0 0,0 0 16,40 0-16,-40 1 0,0-1 16,0 0-16,40 0 0,-40 0 0,40 0 0,-40 0 15,40 0-15,-40 0 16,41-40-16,-41 41 0,40-41 0,-40 40 16,40-40-16,-40 40 15,40-40-15,0-40 16</inkml:trace>
  <inkml:trace contextRef="#ctx0" brushRef="#br0" timeOffset="294116.2981">32944 1403 0,'40'-40'16,"0"40"-1,40-40 1,1 0 0,-41 40-16,0 0 31,0 0-31</inkml:trace>
  <inkml:trace contextRef="#ctx0" brushRef="#br0" timeOffset="294356.2775">32542 1082 0,'0'0'0</inkml:trace>
  <inkml:trace contextRef="#ctx0" brushRef="#br0" timeOffset="296296.1678">25721 2686 0,'0'-40'32,"40"40"15,0 0-32,0 0 1,1 0-1,-1 0 1,0 0-16,0 0 16,0 0-1,0 0-15,0 0 16,0 0 0,1 0-16,-1 0 0,0 0 0,0 0 15,0 0-15,0 0 0,0 0 0,0 0 0,1 0 16,-1 0-16,0 0 0,0 0 15,0 0-15,0 0 0,0 0 0,0 0 0,1-40 16,-1 40-16,0 0 16,0 0-16,40 0 0,-40 0 0,0 0 0,1 0 15,39 0-15,-40 0 0,40 0 16,-40 0-16,0 0 0,1 0 0,39 0 0,-40 0 16,0 0-16,0 0 15,0 0-15,0 0 0,41-40 0,-41 40 0,0 0 16,0 0-16,40 0 0,-40 0 0,1 0 0,-1 0 15,40 0-15,-40 0 0,0 0 16,40 0-16,-39 0 0,-1 0 0,40 0 0,-40 0 16,40 0-16,-40 0 15,1 0-15,-1 0 0,40 0 0,-40 0 0,0 0 16,0 0-16,41 0 0,-41 0 16,0 0-16,0 0 0,40 0 0,-40-40 0,1 40 15,-1 0-15,40 0 0,-40 0 0,0 0 0,40 0 16,-39 0-16,-1 0 15,0 0-15,0 0 0,0 0 0,0 0 0,0 0 16,0 0-16,1 0 16,-1 0-16,0 0 0,0 0 0,0 0 15,0 0-15,0 0 16,0 0-16,1 0 0,-1 0 16,0 0-16,0 0 15,0 0-15,0-40 0,0 40 16,0 0-16,1 0 0,-1 0 15,0 0 1,0 0-16,0 0 16,0 0-1,0 0-15,0 0 0,1 0 16,-1 0-16,0 0 16,0 0-16,0 0 0,0 0 0,0 0 15,0 0-15,1 0 16,-1 0-16,0 0 15,0 0-15,0 0 0,0 0 16,0 0 0,0 0-16,1 0 0,-1 0 0,0 0 15,0 0-15,0 0 0,0 0 16,0 0-16,0 0 0,-40-40 0,41 40 0,-1 0 16,0 0-1,0 0-15,0 0 0,0 0 16,0 0-16,0-40 15,1 40-15,-1 0 0,0 0 16,0 0-16,0 0 0,0 0 0,0 0 16,0 0-1,1 0-15</inkml:trace>
  <inkml:trace contextRef="#ctx0" brushRef="#br0" timeOffset="336733.6708">30336 12592 0,'0'0'0,"-121"41"0,41-1 0,0 40 0,-1-80 0,1 40 0</inkml:trace>
  <inkml:trace contextRef="#ctx0" brushRef="#br0" timeOffset="345463.2368">18057 17445 0,'40'0'0,"-40"-40"63,0 80 156,0 0-173,0 0-30,0 1-16,0-1 16,0 0-1,40-40-15,-40 40 16,0 0-16,0 0 0,0 0 16,0 0-1,0 0 1,40-40 15,-40 40-31,40-40 16,-40 41-1,41-41-15,-1 0 32,-40 40-32,40-40 31,-40-40 0,0-1-31,0 1 16,0 0 31,40 40-32,0 0-15,0 0 31,-40-40-15,40 40 156,0 40-141,1-40-15,-82-40 406,1 40-407</inkml:trace>
  <inkml:trace contextRef="#ctx0" brushRef="#br0" timeOffset="347093.1421">18217 17325 0,'-40'0'16,"0"0"-1,40-40 1,-40 40 0,40-40-16,0 0 31,0 80 94,0 0-109,0 0-16,0 0 15,40 0 1,-40 0-16,0 0 0,0 0 15,40-40 1,-40 41-16,0-1 0,0 0 16,40-40-16,-40 40 0,0 0 15,41 0 1,-41 0 0,0 0-1,0 0-15,40-40 16,-40 40-16,0 1 0,40-1 15,-40 0-15,0 0 0,40 0 16,-40 0-16,40-40 31,-40-40 47,0 0-62,0 0 31,0 0-31,0 0-1,0-1 1,40 1 78,0 40-94,0-40 15,1 40-15,-1-40 16,0 40-16,0 0 31,0 0 16,0 0-16,0 40-31,-40 0 31,40-40-31,-40 40 32,0 1-1,0-1 16,0 0-16,-40-40-31,0 0 31,40 40-31,-40-40 16,0 0-16,0 0 16,0 0-1,0 0-15,-1 0 16,1 0-1,0 0-15,40 40 16,-40-40-16,40 40 16</inkml:trace>
  <inkml:trace contextRef="#ctx0" brushRef="#br0" timeOffset="347683.1035">18940 17084 0,'0'40'15,"0"0"1,0 1-16,0-1 16,40-40-1,-40 40-15,0 0 16,0 0-1,0 0 1,40-40-16,-40 40 0,0 0 16,40-40-16,-40 40 15,0 1-15,40-41 0,-40 40 0,40 0 16,-40 0 0,40-40-16,-40 40 0,41-40 0,-41 40 0,40 0 15,0 0 1,-40 0-16,40-40 15</inkml:trace>
  <inkml:trace contextRef="#ctx0" brushRef="#br0" timeOffset="348422.9814">19702 17405 0,'-40'0'0,"40"40"47,-40 0-16,0-40-15,40 40-1,-40-40-15,40 41 16,0-1-1,0 0 1,0 0 0,40 0-1,0-40 1,0 0 0,0 0-1,0 0 1,-40-40-16,40 40 31,-40-40-31,0 0 16,0 0-16,0-1 15,0 1 1,0 80 62,40-40-78,-40 41 16,0-1-1,41-40-15,-41 40 0,40-40 0,-40 40 0,40 0 16,0 0 0,0 0-16,0 0 15,0-40 1,-40 40-16,40-40 0,1 0 15</inkml:trace>
  <inkml:trace contextRef="#ctx0" brushRef="#br0" timeOffset="348822.9437">20424 17365 0,'-40'0'0,"0"0"0,0 0 47,40 40-31,-40-40-16,40 40 15,-40 0 1,40 0 0,0 1-1,0-1 1,40-40 0,-40 40-1,80-40-15,-80 40 0,40-40 16,0 40-16,0-40 15,-40 40-15,41-40 0,-1 0 0,0 0 16,0 40-16,0-40 16</inkml:trace>
  <inkml:trace contextRef="#ctx0" brushRef="#br0" timeOffset="349122.9259">20625 17124 0,'40'0'31,"-80"0"-31,80 81 31,-40-41-31,40 40 16,-40-40-16,40 40 31,0-40-31,-40 0 16,41-40-16,-1 41 16</inkml:trace>
  <inkml:trace contextRef="#ctx0" brushRef="#br0" timeOffset="349732.9817">21147 17044 0,'0'40'31,"0"0"-15,0 0 0,0 1-16,-41-41 0,41 40 15,-40-40 1,0 40-16,0-40 15,40 40-15,-40-40 0,0 0 16,0 0-16,0 0 16,80 0 93,0 0-109,-40 40 0,40-40 16,40 0-16,-40 0 15,-40 40-15,40-40 0,1 0 16,-41 40-16,40-40 16,0 0-16,0 40 0,0-40 15,0 40-15,0-40 16,0 0-16,-40 41 0,41-41 0,-1 0 15,0 0 1,0 40-16,0-40 16,-40-40 15</inkml:trace>
  <inkml:trace contextRef="#ctx0" brushRef="#br0" timeOffset="353752.7417">23996 17285 0,'40'0'93,"0"-40"-77,0 40 15,-40 40 266,0 0-297,0 0 16,0 0-16,0 0 15,0 0-15,0 0 16,0 1-16,40-41 0,-40 40 16,0 0-16,0 0 15,0 0 32,40-40-47,0 0 31,-40-40 32,40 40-47,-40-40-16,41 40 0,-41-40 15,40 40-15,-40-40 16,40 40-16,-40-41 15,0 1 17,0 0-1,0 0-31,0 0 16,40 40-1,-40-40 1,0 80 78,40 0-79,-40 0 1,0 0-16,40-40 15,-40 40 1,40-40 0,-40 41-16,40-41 15,-40 40 1,41-40-16,-1 0 94,-40-40-16,0-1-63,40 41-15,-40-40 16,40 40-16,-40-40 0,0 0 16,0 0-1,40 40 1,-40-40 15,0 0-15,0 0 15,-40 40 63,40-40-63</inkml:trace>
  <inkml:trace contextRef="#ctx0" brushRef="#br0" timeOffset="355512.6362">25079 17124 0,'0'40'125,"40"1"-109,-40-1-1,40 0-15,-40 0 16,40-40-16,-40 40 0,0 0 15,0 0-15,0 0 0,0 0 16,0 1 0,0-1-1,40-40-15,1 0 32,-41 40-17,40-40-15,0 0 31,-40 40-31,0-80 47,0 0-31,40 0 0,-40-1-16,0 1 15,0 0 1,40 0-16,-40 0 0,0 0 15,0 0-15,0 0 32,40 40 30,0 0-62,-40 40 16,41-40-16,-1 0 15,-40 40 1,40-40-16,-40 40 0,0 0 16,0 0-1,40-40-15,-40 40 16,40-40 0,0 40-16,0-40 15,0 0 1,1 0-16,-1 0 15,0 0 17,-40-40-1,40 40-31,-40-40 16,40 40-1,-40-40-15,0 0 16,0 0 15,-40 40 32,40 40-1,0 0-62,40-40 16,-40 40-16,40-40 0,-40 40 31,40-40-31,-40 40 0,40-40 16,1 0-1,-1 0 1,0 0-1,0 0 1,0-40 0,-40 0-1,40 40 17,-40-40-32,0 0 15,0 0 1,0 0-16,0 0 15,0 0-15,0-1 0,0 1 32,0 0-32,-40 40 0,40-40 15,0 0-15,-40 40 16,40-40-16,0 0 0,0 0 31,-40 40-31,40 40 63,40-40-48,-40 40-15,40-40 0,-40 40 16,40 0 0,-40 0-16,0 0 0,0 0 15,40 1-15,-40-1 16,0 0-16,40 0 0,-40 0 0,41 0 15,-41 0-15,40-40 16,0 0 0,0 0 15,-40-40-31,40 40 0,0-40 16,0 0-1</inkml:trace>
  <inkml:trace contextRef="#ctx0" brushRef="#br0" timeOffset="356082.5154">26604 17245 0,'-40'0'47,"40"-40"-47,40 40 47,0 0-47,0 0 16,0 0-16,0 0 0,0 0 15,-40-41 1,41 41-16,-1 0 0,0 0 16,-40-40-1,0 0 16,0 0 1,0 0-17,-40 40 48,40 40-63,-40 0 15,40 0-15,0 0 16,0 1 0,0-1-1,40-40-15,-40 40 16,40-40-16,0 40 0,0-40 16,0 40-1,0-40-15,0 0 0,1 0 16,-1 0-16,0 0 15,0 0-15,0 0 0,0-40 16,0 40-16,0 0 16,-40-40-16</inkml:trace>
  <inkml:trace contextRef="#ctx0" brushRef="#br0" timeOffset="356712.5641">26042 17164 0,'-40'0'63</inkml:trace>
  <inkml:trace contextRef="#ctx0" brushRef="#br0" timeOffset="366751.8948">3491 16563 0,'-40'0'266,"40"40"-251,-40-40-15,40 40 0,-40-40 0,40 40 16,-41-40 0,41 40-16,-40-40 0,40 40 0,-40 1 15,40-1 1,0 0 0,-40-40-1,40 40-15,0 0 31,40-40-31,-40 40 16,40-40-16,0 40 0,1-40 16,-1 40-1,0-40-15,0 0 16,0 0 0,-40-40-16,40 40 0,0-40 15,1 40 1,-41-40-16,0 0 0,40 40 15,-40-40-15,0 0 32,0 0-17,0-1 1,-81 41-16,81-40 31,0 0 16,0 80 62,0 0-93,0 1 0,41-41-16,-41 40 0,0 0 0,0 0 15,40 0 1,-40 0-16,40 0 16,-40 0-16,0 0 15,0 0-15,0 1 0,0-1 0,0 0 16,40 0-16,-40 0 0,40 0 15,-40 0-15,0 0 16,0 0-16,40 1 0,-40-1 16,0 0-1,0 0-15,0 0 0,0 0 16,0 0 0,0 0-1,0 0 16,0 0-15,-80-40 62,80-40-62,-40 0-1,40 0 1,-40 40-16,40-40 16,0 0-1,-40 40-15,40-40 0,0 0 16,0 0 0,0 0-16,0-1 15,0 1 1,0 0-1,0 0 1,0 0 0,40 40-1,-40-40-15,0 0 16,40 0-16,0 0 16,-40-1-16</inkml:trace>
  <inkml:trace contextRef="#ctx0" brushRef="#br0" timeOffset="367431.924">3932 16804 0,'41'0'46,"-1"0"-14,0 0-17,-40 40-15,40-40 0,-40 40 0,40-40 0,-40 40 16,40-40-16,0 40 0,0 0 16,1-40-16,-41 40 0,40-40 0,0 40 15,0 0 1,-40 0-16,40-40 0,-40 41 0,0-1 15,0 0 79,0-80-78,-40 40-1,40-40 1,0-1-16,0 1 0,0 0 16,0 0-16,0 0 15,0 0-15,0 0 0,0 0 0,0 0 16,40 40 0,-40-40-16,0-1 15,40 41 1,-40-40-16,40 40 0,-40-40 15,40 40-15</inkml:trace>
  <inkml:trace contextRef="#ctx0" brushRef="#br0" timeOffset="368961.7492">4855 16683 0,'0'40'78,"-40"-40"-78,0 0 15,40 40-15,0 1 0,0-1 16,-40 0 0,40 0-16,0 0 0,0 0 15,0 0 1,40-40-16,-40 40 0,40-40 0,0 40 15,0-40 1,1 0 0,-41-40-1,0 0 1,40 0-16,-40 0 0,0 0 31,0 0-15,-40 40-16,-1 0 15,41-40-15,-40 40 16,80 0 78,1 40-79,-1-40-15,0 40 16,0-40 0,0 0-1,-40 40-15,40-40 16,0 0 0,0 0-1,1 0-15,-41-40 16,40 40-16,-40-40 31,0 0 0,0 0-31,0-1 32,0 1-32,0 0 15,-40 40 1,80 0 62,-40 40-78,40-40 0,-40 40 16,0 1-1,40-41-15,0 0 16,0 0-16,0 0 15,0 0 1,-40-41 15,0 1 1,0 0-1,0 0-16,0 80 48,0 0-47,0 0-16,0 1 15,41-1-15,-41 0 0,40 0 16,-40 0-16,0 0 0,0 0 15,0 0-15,0 0 16,0 0-16,40 1 0,-40-1 0,0 0 0,0 0 16,0 0-16,0 0 15,0 0-15,0 0 0,0 0 0,0 1 16,0-1 0,0-80 62,0-1-63</inkml:trace>
  <inkml:trace contextRef="#ctx0" brushRef="#br0" timeOffset="369511.8007">6059 16322 0,'0'40'0,"0"0"94,0 1-63,40-1-31,-40 0 0,40-40 0,-40 40 15,0 0-15,40 0 0,-40 0 0,0 0 16,0 0 0,41 1-16,-41-1 0,0 0 0,40 0 15,-40 0-15,0 0 16,40-40-16,-40 40 0,40-40 31,0 0-31</inkml:trace>
  <inkml:trace contextRef="#ctx0" brushRef="#br0" timeOffset="370071.6846">6581 16844 0,'40'0'15,"-40"-40"-15,40 40 16,0-41 0,0 41-16,-40-40 15,40 40 1,-40-40 0,40 40-16,-40-40 15,41 40 1,-41-40-16,0 0 31,0 0-15,-41 40-1,1 0 1,0 0 0,0 0 15,0 0-31,40 40 15,-40-40 1,40 40 0,0 0-16,0 0 15,0 0 1,0 0-16,40-40 31,-40 41-31,40-41 0,0 0 16,0 40-1,0-40 1,1 0-16,-1 0 16</inkml:trace>
  <inkml:trace contextRef="#ctx0" brushRef="#br0" timeOffset="370581.6615">7142 16402 0,'41'0'31,"-41"41"-15,0-1-1,0 0 1,0 0-16,40 0 0,-40 0 16,40-40-16,-40 40 0,0 0 15,40 0-15,-40 1 0,40-41 0,-40 40 16,0 0 0,0 0-16,40-40 0,-40 40 15,0-80 16,40 0-15,-40 0 0,0 0-16,0-1 15,41 41-15,-41-40 16,0 0-16,40 40 0,-40-40 0,40 0 31,-40 0-31,40 40 31,-40-40-15,40 40 0,0 0-1</inkml:trace>
  <inkml:trace contextRef="#ctx0" brushRef="#br0" timeOffset="371441.5911">7785 16523 0,'40'0'16,"0"0"0,-40-40 31,-40 40 46,0 40-77,-1-40 0,41 40-16,0 0 15,0 0 1,0 0-16,0 0 15,41-40-15,-41 40 0,0 1 16,0-1 0,40-40-16,-40 40 0,40-40 0,0 40 15,0 0 1,0-40-16,0 0 31,0-40-31,-40 0 16,41 40-1,-41-40-15,40 0 16,-40-1-16,40 41 0,-40-40 0,0 0 16,0 0-1,40 40-15,-40-40 0,0 0 16,0 0 0,-80 40-1,80-40 1,0 0-16,0-1 0,0 1 15,-40 40-15,40-40 16,-41 40 62,82 40 0,-41 0-78,40 1 0,-40-1 16,0 0 0,40 0-16,0 0 0,-40 0 15,0 0-15,40-40 16,-40 40-16,40-40 0,-40 40 0,40-40 0,0 41 15,1-41-15,-1 40 0,0-40 16,0 0 0</inkml:trace>
  <inkml:trace contextRef="#ctx0" brushRef="#br0" timeOffset="372061.556">9109 16523 0,'-40'0'31,"80"0"16,-40 40-32,0 0 1,40-40-16,-40 40 0,0 0 16,40-40-1,-40 40-15,0 0 0,40 1 16,-40-1-16,40-40 0,-40 40 0,0 0 15,40 0-15</inkml:trace>
  <inkml:trace contextRef="#ctx0" brushRef="#br0" timeOffset="372271.6354">8948 16402 0,'0'-40'15</inkml:trace>
  <inkml:trace contextRef="#ctx0" brushRef="#br0" timeOffset="373001.5034">9349 16483 0,'0'0'16,"-40"0"0,121 40 15,-41-40-16,-40 40 1,0 0-16,40 40 16,0-80-16,-40 40 15,0 0 1,40-40 0,-40-40 15,0 0-31,0 0 15,0 0 1,0 0 0,40 40-1,40-40 1,-39 40 15,-1 0-31,0 40 16,-40 0-16,0 0 0,0 0 0,0-80 62,0 0-46,0 0 0,0 0-16,0 0 0,0 0 31,40 40-31,0 0 47,-40 40-47,40 0 15,0 0 1,0-40 0,1 0-1</inkml:trace>
  <inkml:trace contextRef="#ctx0" brushRef="#br0" timeOffset="374271.5181">10192 16362 0,'-40'0'15,"0"0"1,40 40 0,0 1 15,0-1-15,40 0-1,0-40 16,-40-40-15,0 0 15,0-1-31,0 1 32,0 80-1,40-40-31,-40 41 15,40-41-15,-40 40 0,40-40 32,1 0-1,-41-40-31,0-1 16,0 1-1,0 0-15,0 0 16,0 0-16,-41 40 125,41 40-110,0 0 1,41-40-16,-41 40 16,0 0-16,0 1 31,40-41-31,-40 40 0,0 0 16,0 0-16,0 0 15,0 0-15,0 0 0,0 0 0,40 0 0,-40 1 16,0-1-16,40 40 0,-40-40 0,40 0 15,-40 0-15,0 0 16,0 0-16,0 0 0,-40-40 31,0 0-31,40-40 16,-40 40 0,40-40-16,-40 40 0,40-80 15,0 40-15,-41 0 16,41 0-16,0 0 0,0 0 15,0-1-15,0 1 0,41 0 16,-41 0 0,40 0-16,-40 0 0,0 0 15,0 0 1,0 0-16,40-1 16,-40 1-1,0 80 126,40-40-141,-40 81 0,40-81 0,-40 40 15,40-40-15,0 0 63,-40-40-63,40 40 47</inkml:trace>
  <inkml:trace contextRef="#ctx0" brushRef="#br0" timeOffset="374381.4196">10834 16563 0,'-40'0'16,"0"0"-1</inkml:trace>
  <inkml:trace contextRef="#ctx0" brushRef="#br0" timeOffset="377881.2404">2608 802 0,'0'-41'15</inkml:trace>
  <inkml:trace contextRef="#ctx0" brushRef="#br0" timeOffset="379681.1376">2809 761 0,'0'0'0,"-80"41"0,80-1 31,-41-40-31,1 0 78,0 0-78,0 0 63,0 0-63,0 0 15,0 0-15,0 0 31,-1 0-15,1 0 0,0 0 15,0 0-31,0 0 16,0 0-16,0 0 15,0 0-15,-1 0 0,1 0 16,0 0-16,40 40 250,40 0-250,-40 0 15,40-40-15,-40 40 16,41 0-16,-41 0 0,0 0 16,40 0-1,-40 1-15,0-1 0,40-40 0,-40 40 0,0 0 16,0 0-16,40 0 16,-40 0-16,40 0 0,-40 0 0,40 1 15,-40-1-15,40-40 0,-40 40 0,0 0 16,40 0-16,1 0 15,-41 0-15,0 0 0,0 0 0,40 0 16,-40 1-16,0-1 16,0 0-16,0 0 0,0 0 15,0 0 1,0 0-16,0 0 16,0 0-1,0 1-15,0-1 16,0 0-16,0 0 0,40-40 0,-40 40 0,0 0 15,0 0-15,0 0 16,0 0-16,0 0 16,0 1-16,40-41 15,-40 40-15,0 0 16,0 0 0,0 0-1,0 0-15,0 0 0,40 0 16,-40 0-16,0 1 0,0-1 15,0 0-15,0 0 0,0 0 16,0 0 0,0 0-16,40-40 0,-40 40 0,0 0 15,0 0 1,0 1 0,0-1-1,0 0-15,0 0 16,0 0-16,0 0 0,0 0 0,0 0 0,40 0 15,-40 1-15,0-1 0,0 0 16,0 0-16,0 0 0,0 0 0,0 0 0,0 0 16,0 0-16,0 0 15,0 1-15,40-41 32,-40 40-32,0 0 15,0 0 16,0 0-31,41 0 16,-41 0-16,0 0 16,0 0-16,40-40 15,-40 41 1,0-82 140,40 41-125,-40-40-31,40 40 0,0-40 16,-40 0 0,40 40-16,0 0 15,0 0 17,-40-40-32,41 40 15,-1 0-15,0 0 16,0 0-16,0 0 0,0 0 0,0 0 15,0 0 1,1 0-16,-1 0 109,40-40-93,-40 40-16</inkml:trace>
  <inkml:trace contextRef="#ctx0" brushRef="#br0" timeOffset="380231.0848">7905 1323 0,'-40'0'0,"80"0"0,-120 0 0,40-40 32,40 0-32,0 0 0,0-1 15,0 1 1</inkml:trace>
  <inkml:trace contextRef="#ctx0" brushRef="#br0" timeOffset="383230.9824">7383 601 0,'40'0'94,"-40"40"-94,41-40 0,-1 40 16,0-40-1,0 40-15,0-40 16,0 0 0,0 0-1,0 0-15,1-40 16,-1 40-1,-40 40 32,-40 0-31,40 1 15,0-1-15,0 0-1,0 0-15,0 0 0,0 0 16,0 0-16,0 0 0,0 0 0,0 41 0,0-41 16,-81 40-16,81-40 15,0 40-15,0-40 0,0 0 0,0 1 0,0-1 16,0 0-16,0 0 0,0 0 16,0 0-16,0 0 0,0 0 15,0 0-15,0 0 16,40-40-16,-40 41 15,0-1-15,0 0 0,0 0 16,0 0-16,0 0 16,0 0-16,0 0 0,0 0 15,0 1 1,0-1-16,-40 0 0,40 0 16,-40-40-16,40 40 15,-40-40-15,40 40 0,0 0 16,-40-40-16,40 40 0,0 0 15,0 0 1,0 1-16,0-1 31,0 0-31,0 0 16,0 0 0,0 0-16,0 0 15,0 0-15,0 0 16,0 1-1,40-41 1,-40 40 0,0 0 15,0 0-31,40-40 16,-40 40-16,0 0 15,0 0-15,40-40 0,-40 40 16,40-40-16,-40 40 0,0 0 15,41-40-15,-41 41 0,0-1 16,0 0 0,0 0-1,0 0 1,0 0 0,40-40-16,-40 40 0,0 0 15,40-40-15,-40 40 16,0 1-1,40-41-15,-40 40 0,0 0 16,0 0 0,0 0-1,40-40 17,-40 40-32,0 0 15,0 0 1,0 0-1,40 0 1,-40 1 0,0-1 31,0 0-16,0 0 16,-80-40 281,80 40-141,0 0-93,0 0 15,-40-40-93,40 40 78,-40 0-79,40 1 17,-40-41 15,-1 0 31,1 0-63,0 0 48,0 0-48,0 0 1,0 0 15,0 0-31,0 0 32,80 0 77</inkml:trace>
  <inkml:trace contextRef="#ctx0" brushRef="#br0" timeOffset="385660.8368">3090 1363 0,'0'40'15,"-40"-40"1,40-40 187,40 40-187,-40-40-16,40 40 15,-40 40 48,0 0-32,40-40-31,-40 40 16,40-40-1,-40 40-15,0 0 0,0 1 16,0-1 0,0 0-16,0 0 0,0 0 15,0 0-15,-40-40 0,40 40 0,-40-40 16,40 40-16,0 0 15,0 0-15,-40-40 0,40 41 16,0-1 15,0-80 47,0-1-62,40 41 15,0 0-31,0 0 16,0 0-16,0 0 0,0 0 16,1 0-16,-1 0 0,0-40 0,0 40 15,0 0-15,0 0 0,0-40 0,1 40 0,-1 0 16,0-40-16,0 40 15,0-40-15,0 0 0</inkml:trace>
  <inkml:trace contextRef="#ctx0" brushRef="#br0" timeOffset="386760.7152">4494 1162 0,'-40'0'16,"40"41"62,0-1-62,0 0-1,0 0-15,0 0 16,0 0-1,40-40-15,-40 40 0,0 0 16,0 0 0,0 1-16,0-82 78,0 82-31,40-41-32,-40 40-15,40-40 0,-40 40 16,41-40 0,-41 40-16,40-40 0,-40 40 15,40-40-15,-40 40 16,0 0-1,0 0 17,-40-40-32,0-40 47,40 0-47</inkml:trace>
  <inkml:trace contextRef="#ctx0" brushRef="#br0" timeOffset="387160.7488">4574 1162 0,'41'0'62,"-1"-40"-62,0 40 16,0-40 0,0 40-16,-40-40 0,40 40 0,0 0 15,-40-40 16</inkml:trace>
  <inkml:trace contextRef="#ctx0" brushRef="#br0" timeOffset="387630.7199">5056 1122 0,'0'40'0,"-40"-40"16,40 41 46,0-1-62,0 0 16,0 0 0,0 0-16,0 0 0,40-40 0,-40 40 15,40-40-15,-40 40 0,40-40 16,0 0-16,0 40 0,1-40 0,-41 41 16,40-41-16,0 40 0,-40 0 31,0 0 0,0 0-31,-40-40 0,40 40 16,-40-40-1,40 40-15,-41-40 0,1 40 0,0-40 16,40 40 0</inkml:trace>
  <inkml:trace contextRef="#ctx0" brushRef="#br0" timeOffset="387860.6211">5176 1203 0,'40'0'16,"1"-41"-16,-1 41 31,80-80-15,-80 80-16,-40-40 0,40 40 16</inkml:trace>
  <inkml:trace contextRef="#ctx0" brushRef="#br0" timeOffset="388820.6488">6661 922 0,'-40'40'16,"0"0"-16,0-40 16,-1 0-1,41 40 17,-40-40-32,40 40 0,0 0 0,-40-40 15,40 81-15,0-41 16,-40 0-16,40 0 0,0 0 15,0 0-15,0 0 0,-40 0 16,40 0-16,0 1 0,0-1 0,0 0 16,-40-40-16,40 40 15,0 0-15,0 0 0,0 0 16,40-40-16,0 0 16,-40 40-16,40-40 0,0 0 15,0 0-15,1 0 16,-41-40-16,40 40 15,0 0-15,-40-40 0,40 40 16,-40-40 31,-40 40-47,0 0 16,0 0 15,80 0 16</inkml:trace>
  <inkml:trace contextRef="#ctx0" brushRef="#br0" timeOffset="389440.5432">6982 1162 0,'0'-80'16,"-40"80"62,40 40-47,0 0-31,0 1 0,-40-1 16,40 0-16,-40 0 16,40 0-16,0 0 0,0 0 0,0 0 0,0 0 15,0 1-15,0-1 16,0 0-16,0 0 0,40-40 16,-40 40-16,40-40 0,-40 40 15,40-40-15,0 0 0,0 0 16,0 0-1,-40-40 32,-40 40-31,40-40 0,-40 40-16,0 0 15,0 0 1,40 40-1,-40-40-15,40 40 0,-40-40 0,40 40 32</inkml:trace>
  <inkml:trace contextRef="#ctx0" brushRef="#br0" timeOffset="391990.3649">3371 2727 0,'40'0'15,"0"0"48,-80 0 203,0 0-251,40 40 16,0-80 423,40 40-236,0 0-155,-40-41-48,40 41-15,0 0 16,0 0 0,0 0 62,-40 41-78,0-1 15,41-40 1,-41 40-16,40-40 16,-40 40-1,0 0 32,-40-40-47,-1 0 16,41 40-1,0 0 95,41-40-110,-41 40 15,40-40 1,-40 40-16,0 1 0,0-1 16,0 0-1,0 0 1,-40 0 0,-41 0-1,1 0-15,80 0 16,-40-40-16,0 40 15,0-40-15,40 40 16,40-80 31,0 0-47,0 40 0,-40-80 0</inkml:trace>
  <inkml:trace contextRef="#ctx0" brushRef="#br0" timeOffset="392770.3292">4213 2646 0,'0'-40'16,"40"40"15,1 40 1,-41 0-17,0 1 1,0-1 15,0 0-31,-41-40 16,41 40-16,-40-40 0,40 40 15,-40 0-15,0 0 0,0 0 0,40 0 16,-40-40-16,40 41 16,-40-1-16,40 0 15,0 0-15,40-40 31,0 40-31,0-40 16,0 0 0,0 0-16,-40 40 15,40-40-15,1 0 16,-1 0 0,-40-40 15,0 0-31,40 40 15,-40-40 1,0 0-16,0 0 0,0-1 16,0 1-1,0 0-15,0 0 0,-40 0 16,0 0 0,-1 40-16,1-40 15,0 40 1,0-40-1,0 40-15,0 0 32,40-40-32,0-1 31,40 1-15,0 0-16,-40 0 15,40 40-15</inkml:trace>
  <inkml:trace contextRef="#ctx0" brushRef="#br0" timeOffset="393510.2856">4895 2526 0,'41'0'16,"-41"-40"-16,40 40 125,-40 40-110,0 0 1,0 0 0,0 0-16,0 0 15,0 1 1,0-1-16,0 0 16,0 0-1,-40-40 16,40-40 32,40 40-1,0 0-46,0 40 0,0-40-16,0 0 31,0 40-31,0-40 0,1 0 16,-1 0-16,0 0 15</inkml:trace>
  <inkml:trace contextRef="#ctx0" brushRef="#br0" timeOffset="394280.3226">5658 2366 0,'0'40'31,"0"0"-15,0 0 0,0 0-1,0 0-15,-40-40 16,40 40-16,-40 0 15,40 0-15,0 1 16,0-1 0,0 0-16,40-40 15,-40 40-15,40-40 16,0 0-16,-40 40 16,40-40-1,-40-40 48,0 0-48,0 0-15,0 0 16,-40-1 0,0 1-1,0 40-15,0 0 0,40-40 16,-41 40-16,1 0 15,0 0-15,0 0 0,40-40 16,-40 40 0,40-40-1,0 0 1,0 0 0,40 40-16,-40-40 0,40 40 15,-40-40-15,40 40 16,-40-40-16</inkml:trace>
  <inkml:trace contextRef="#ctx0" brushRef="#br0" timeOffset="395250.1702">6500 2526 0,'0'40'16,"41"-40"46,-1 0-46,0-40 0,0 40-16,-40-40 0,40 40 15,0 0 1</inkml:trace>
  <inkml:trace contextRef="#ctx0" brushRef="#br0" timeOffset="395420.172">7022 2446 0,'0'40'0,"40"-40"46</inkml:trace>
  <inkml:trace contextRef="#ctx0" brushRef="#br0" timeOffset="395580.1636">7263 2446 0,'-40'40'0,"0"-40"0,40 40 16,-41-40-16,1 0 0,0 0 15,0 40-15</inkml:trace>
  <inkml:trace contextRef="#ctx0" brushRef="#br0" timeOffset="396190.115">3812 4291 0,'40'0'0,"0"0"15,0 0 32,-40-40-47</inkml:trace>
  <inkml:trace contextRef="#ctx0" brushRef="#br0" timeOffset="396570.1873">5658 3970 0,'-40'0'0,"80"0"0,-120 0 31,120 0-15</inkml:trace>
  <inkml:trace contextRef="#ctx0" brushRef="#br0" timeOffset="396830.0792">6179 3809 0,'41'0'94,"-1"0"-78,-40-40-16</inkml:trace>
  <inkml:trace contextRef="#ctx0" brushRef="#br0" timeOffset="396990.0824">6821 3729 0,'41'0'47,"-1"0"-47,-40-40 0,40 40 16</inkml:trace>
  <inkml:trace contextRef="#ctx0" brushRef="#br0" timeOffset="397240.064">7183 3689 0,'-41'0'16,"41"-40"15,41 40-31</inkml:trace>
  <inkml:trace contextRef="#ctx0" brushRef="#br0" timeOffset="411669.2071">16131 721 0,'0'-40'0,"-40"40"0,0 0 78,-1-40-47,1 40 0,0 0 16,0 0-16,0 0-15,0 0 0,0 0-1,0 0-15,-1 0 16,41 40 0,-40-40-16,0 0 15,0 0 1,40 40-16,-40-40 31,40 40-31,0 1 16,-40-41-1,40 40 1,0 0 0,0 0 15,0 0-16,0 0 17,0 0-32,0 0 0,0 0 15,0 0-15,0 1 16,40-41 0,-40 40-16,40-40 31,-40 40-16,40-40-15,0 0 16,-40 40 15,40-40-31,1 0 16,-1 0 0,0 0-1,0 0-15,0 0 16,0 0-1,0 0-15,0 0 32,1 0 46,-41-40-78,0 0 47,40 40-32,-40-40-15,40 40 0,0-41 16,-40 1 15,0 0 0,0 0 1,0 0-17,0 0 1,0 0 0,0 0 46,0 0-31,0 0-15,0-1 0,0 1-1,0 0 16,-40 40 1,0 0 30,0 0-31,-1 0 1,82 0 61</inkml:trace>
  <inkml:trace contextRef="#ctx0" brushRef="#br0" timeOffset="412949.1172">17896 721 0,'40'0'78</inkml:trace>
  <inkml:trace contextRef="#ctx0" brushRef="#br0" timeOffset="414109.0458">17936 681 0,'0'0'32,"-80"0"-1,40 0 359,0 0-374,40 40 0,-40-40-16,0 0 15,0 0-15,-1 40 32,1-40-32,40 41 0,-40-1 15,40 0 1,-40 0-1,40 0 1,0 0-16,0 0 16,0 0-1,0 0-15,0 0 16,0 1-16,0-1 0,0 0 16,40 0-1,-40 0-15,40-40 0,-40 40 16,40-40-16,1 0 31,-1 0 0,-40-40-31,40 40 16,0-40 0,0 0-16,0 0 31,-40 0-16,40 40-15,-40-41 16,0 1 15,0 0-31,0 0 16,0 0-16,0 0 16,0 0-1,0 0 1,0 0-1,0 0 17,0-1-17,0 1 17,-40 40-17,40-40 79</inkml:trace>
  <inkml:trace contextRef="#ctx0" brushRef="#br0" timeOffset="414879.0198">18177 842 0,'0'0'0,"40"0"94,1 0-78,-1 0-16,0 0 15,-40 40 1,40 0 0,-40 0-16,0 0 15,40 0-15,-40 0 16,0 0-16,0 0 15,0 1 1,0-1-16,0 0 16,0 0-1,0-80 32,0 0-31,0 0-1,-40 40-15,40-41 0,0 1 16,0 0 0,0 0-16,0 0 0,0 0 15,0 0-15,40 40 0,0 0 16,0 0 0,-40-40-16,40 40 15,-40-40 16,41 40-15,-1 0 15,-40-40-31,40 40 16,0 0-16,-40-41 0,40 41 16,-40-40-16,40 40 15</inkml:trace>
  <inkml:trace contextRef="#ctx0" brushRef="#br0" timeOffset="415658.955">19421 561 0,'0'40'78,"0"0"-63,40-40-15,0 0 16,-40 40-16,41 0 31,-41 0-31,0 1 16,0-1-16,0 0 0,-41 0 16,1 0-1,40 0-15,-40-40 16,0 40-1,0-40-15,40-40 47,0 0-31,40 40 31,-40-40-47,40 40 15,0 0 1,0 0 0,1 0-16,-1 0 15,-40 40-15,0 0 16,40-40-16,-40 40 16,40-40-1,-40 40-15,40-40 0,-40 40 16,40-40-16</inkml:trace>
  <inkml:trace contextRef="#ctx0" brushRef="#br0" timeOffset="416248.9943">20023 641 0,'0'0'16,"0"40"46,0 0-46,0 0 0,0 1-1,0-1 1,40-40 46,0 0-62,-40 40 16,40-40-16,1 0 0,-41 40 0,40-40 16,-40 40-1,0 0 1,0 0-16,0 0 15,-40 0 1,40 0 0,-41-40-16,41 41 0,-40-41 15,0 40-15,0-40 0,0 0 16,40 40-16,-40-40 16</inkml:trace>
  <inkml:trace contextRef="#ctx0" brushRef="#br0" timeOffset="416548.9944">20143 641 0,'-40'0'0,"40"-40"15,0 0-15,81 40 16,-41-40 0,40 40-16,-40 0 15,0 0 1,0-40-16,0 40 15</inkml:trace>
  <inkml:trace contextRef="#ctx0" brushRef="#br0" timeOffset="417198.9565">20986 561 0,'-40'0'78,"40"40"-62,-40-40 0,40 40-16,-40-40 0,40 40 0,-40-40 0,40 40 15,-41 0-15,41 1 16,0-1 0,-40 0-16,40 0 31,40-40-31,1 0 0,-1 0 31,-40 40-31,40-40 16,-40 40-16,0 0 15,40-40-15,-40 40 0,0 0 0,0 0 16,0 1-16,0-1 16,-40-40-1,0 0 1,0 0-1,-1 0 1,1 0 0,0 0-16</inkml:trace>
  <inkml:trace contextRef="#ctx0" brushRef="#br0" timeOffset="417568.9338">21147 481 0,'0'0'0,"0"-40"0,40 40 31,-40-41-31,40 41 16,0 0-16,0 0 0,0 0 15,0 0-15,0 0 0,1 0 32,-1 0-32,0 0 15,0 0 1,-40-40-16</inkml:trace>
  <inkml:trace contextRef="#ctx0" brushRef="#br0" timeOffset="419938.7042">15288 2245 0,'0'0'0,"-40"0"0,40 40 16,0 1 31,40-1-32,-40 0 1,0 0 0,0 0-1,0 0-15,0-80 94,0 0-94,0 0 16,0 0-16,40 40 0,-40-40 15,0-1-15,0 1 16,0 0-16,40 40 0,-40-40 0,0 0 15,0 0 1,41 40 0,-41-40-16,40 40 47,-40 40-32,0 0-15,40-40 16,0 40-1,-40 0-15,40-40 16,-40 40 0,40 0-16,-40 1 31,40-41-15,0 0-1,1 0 16,-1 0-15,-40-41-16,0 1 16,40 40-16,-40-40 0,40 40 15,-40-40-15,40 40 16,-40-40-16,0 0 16,40 40-16,-40-40 15,40 0 1,0 40 31,-40-40-47,41 40 15,-41 40 48,0 0-48,0 0 1,0 0-16,0 0 16,0 0-1,0 0 1,0 0-16,0 1 16,0-1-1,0 0-15,0 0 31</inkml:trace>
  <inkml:trace contextRef="#ctx0" brushRef="#br0" timeOffset="420268.6905">16532 2005 0,'0'40'62,"0"0"-30,0 0-32,0 0 15,0 0-15,0 0 0,0 0 16,0 1-16,0-1 16,-40-40-16</inkml:trace>
  <inkml:trace contextRef="#ctx0" brushRef="#br0" timeOffset="420498.7399">16492 1924 0,'0'0'0,"-40"0"16,40-40-1,0 0 1</inkml:trace>
  <inkml:trace contextRef="#ctx0" brushRef="#br0" timeOffset="421088.6309">16773 2005 0,'0'40'63,"0"0"-48,0 0 1,0-80 62,0 0-78,40 40 16,0-40-1,0 0-15,0 40 16,0 0 0,1 0 31,-41 40-16,0 0-31,0 0 15,40-40 1,-40 40-16,40-40 0,-40 40 16</inkml:trace>
  <inkml:trace contextRef="#ctx0" brushRef="#br0" timeOffset="422538.5612">19903 2005 0,'-40'0'47,"-1"0"-15,41 40-1,0 0-16,0 0-15,0 0 16,0 0-16,0 0 0,0 0 16,0 1-1,0-82 79,0 1-78,0 0-16,0 0 15,41 0-15,-41 0 0,40 0 16,-40 0 0,40 40-16,-40-40 0,0-1 15,40 1 1,-40 0-1,40 40 1,0 0 0,0 0-1,-40 40 1,40 0-16,-40 1 31,0-1-31,0 0 0,0 0 16,0 0-1,0 0 17,0-80-1,0 0-15,41 0-16,-1 0 15,0 0 1,-40-1-16,40 41 15,-40-40-15,40 40 16,0-40-16,-40 80 109,0 0-93,40-40 0,-40 41-16,0-1 15,0 0-15,0 0 16,0 0 0,0 0-16,0 0 15,0 0 1</inkml:trace>
  <inkml:trace contextRef="#ctx0" brushRef="#br0" timeOffset="423268.5593">21187 1965 0,'-40'0'15,"-1"0"63,41 40-78,-40-40 0,0 40 16,0-40-16,0 40 16,40 0-1,0 0 1,0 0 0,0 0-16,0 0 15,40-40 1,-40-40 15,40 0-15,0 40-1,-40-40-15,0 0 0,40 40 16,-40-40-16,0 80 78,0 0-62,0 0-16,41 0 15,-41 0 1,40-40 0,0 0 15</inkml:trace>
  <inkml:trace contextRef="#ctx0" brushRef="#br0" timeOffset="423528.5797">21508 1965 0,'0'0'0,"40"0"32,0 0-32,0 40 15,0-40-15,-40 40 0,40-40 16,0 0 0,-40 40-16,41 0 0</inkml:trace>
  <inkml:trace contextRef="#ctx0" brushRef="#br0" timeOffset="423848.5389">21949 1844 0,'0'0'16,"-40"0"-1,40 40 1,-40 0-16,0 41 31,40-41-31,-40-40 0,40 40 0,-41 40 16,1-40-16</inkml:trace>
  <inkml:trace contextRef="#ctx0" brushRef="#br0" timeOffset="425648.3662">13442 1323 0,'-40'0'15,"80"0"48,0 0-63,1 0 31,-1 0-31,0 0 16,-40-40-16,40 40 0,0 0 15,0 0-15,0 0 16,-40-40-16,40 40 0,1 0 0,-1 0 16,-40-40-1,40 40-15,-40-41 16</inkml:trace>
  <inkml:trace contextRef="#ctx0" brushRef="#br0" timeOffset="426108.4237">13924 1042 0,'0'0'0,"0"40"0,0 0 31,0 0-15,40-40 0,0 0-1,0 0-15,0 0 32,0 0-32,1 0 15,-1 0 1,-40 41 15,0-1-15,0 0-16,0 0 15,-40-40-15,40 40 16,0 0-16</inkml:trace>
  <inkml:trace contextRef="#ctx0" brushRef="#br0" timeOffset="428168.2186">9871 641 0,'-40'0'15,"40"40"126,0 0-141,0 0 0,0 1 16,0-1-1,0 0-15,0 0 0,40-40 0,-40 40 16,0 0-1,0 0-15,0 0 0,0 0 0,0 0 16,0 1-16,0-1 0,0 0 31,0-80 32,0 0-63,40 40 15,-40-41 1,0 1-16,40 0 0,0 0 16,1 40-1,-41-40 1,40 40-16,0-40 16,0 40-1,-40-40 1,40 40-1,-40 40 1,40-40-16,-40 40 0,0 0 31,0 0 1,0 0-1,0 0-16,-40-40 1,0 41-16,0-41 0,0 40 16,0 0-16,40 0 15,-41-40 1,41 40-16,-40-40 16,0 0-1,0 40 16</inkml:trace>
  <inkml:trace contextRef="#ctx0" brushRef="#br0" timeOffset="428588.1849">10633 721 0,'0'40'63,"0"1"-48,0-1 1,0 0-16,0 0 0,0 0 31,0 0-31,0 0 16,0 0-16</inkml:trace>
  <inkml:trace contextRef="#ctx0" brushRef="#br0" timeOffset="428878.1656">10553 641 0,'0'0'0,"-40"-40"0,80 40 63</inkml:trace>
  <inkml:trace contextRef="#ctx0" brushRef="#br0" timeOffset="429588.1324">10955 721 0,'-41'0'16,"41"40"62,41-40-78,-41 41 0,0-1 16,0 0-1,40-40-15,-40 40 16,0 0 0,0 0 15,0-80 16,0 0-32,0 0 1,0 0-16,0 0 16,0-1-1,40 41 1,-40-40-16,40 40 15,-40 40 32,40-40-31,-40 41 0,40-41-1,-40 40-15,0 0 16,40-40-16,-40 40 15,0 0 1,0 0 0</inkml:trace>
  <inkml:trace contextRef="#ctx0" brushRef="#br0" timeOffset="430328.0885">11556 721 0,'-40'0'0,"0"0"31,0 0 0,40 40-15,-40-40-16,40 41 16,-40-41-1,40 40-15,0 0 16,40-40 31,0 0-32,0 0 1,-40-40 15,0 0-15,0-1 0,0 1-1,0 0 16,40 40-15,0 0 62,-40 40-78,41-40 16,-41 40-16,0 1 15,40-41 1,-40 40-16,0 0 16</inkml:trace>
  <inkml:trace contextRef="#ctx0" brushRef="#br0" timeOffset="430978.0414">11757 721 0,'0'0'0,"40"0"78,0 0-63,0 0 1,-40 40-16,41 1 0,-1-1 16,0 0-1,0-40-15,-40 40 0,40-40 16,0 0 0,-40 40-16,0-80 62,0 0-46,0 0-16,0 0 15,0-1 1,0 1 0,40 40-1,-40-40-15,40 40 0,-40-40 0,41 40 16,-41-40-16,40 0 15,0 40-15,-40-40 16,40 40-16,-40-40 16</inkml:trace>
  <inkml:trace contextRef="#ctx0" brushRef="#br0" timeOffset="431648.0387">12640 601 0,'-40'0'0,"40"40"63,0 0-63,40-40 0,0 0 31,-40 40-31,40-40 15,0 0 1,0 0 0,0 0-1,1 0 1,-41-40-16,0 0 16,0 0-1,40 40-15,-40-40 16,40 40-1,-40 40 95,0 0-95,-40-40-15,40 40 16,0 0 0,-40-40-16,40 40 0,-41 1 0,41-1 15,0 0 1,-40 0-16,40 0 0,0 0 0,-40-40 0,40 40 16,-40 0-16,40 0 0,0 0 15,-40 1-15,40-1 0,-40-40 0,40 40 0,-40 0 16</inkml:trace>
  <inkml:trace contextRef="#ctx0" brushRef="#br0" timeOffset="432648.034">10152 2205 0,'0'0'0,"0"40"15,-40 0 1,40 1-16,0-1 0,0 0 16,0 0-16,0 0 0,0 0 0,0 0 15,0 0 1,40 0-16,-40 0 0,40-40 16,-40 41-16,0-1 15</inkml:trace>
  <inkml:trace contextRef="#ctx0" brushRef="#br0" timeOffset="432917.9279">10232 1884 0</inkml:trace>
  <inkml:trace contextRef="#ctx0" brushRef="#br0" timeOffset="433597.9772">10874 2045 0,'-40'80'15,"40"-40"1,0 0-16,0 0 31,0 0-31,40 1 16,-40-1-1,0-80 64,0-1-79,40 1 15,1 0-15,-1 0 16,-40 0-16,40 40 0,0 0 15,-40-40 1,40 40-16,0 0 16,-40 40-16,40-40 15,-40 40-15,0 0 16,0 0-16,0 0 16,0 1-1,-40-41 1,40-41 15,0 1-31,40 0 16,-40 0-16,40 0 15,1 0-15,-41 0 0,40 40 16,-40-40-16,40 40 16,0 0-16,-40 40 31,0 0 0,40 0-31,-40 0 16,0 0-16,40 0 15,-40 0 1</inkml:trace>
  <inkml:trace contextRef="#ctx0" brushRef="#br0" timeOffset="434287.844">12038 1924 0,'-40'0'31,"0"0"0,0 0-15,40 41-1,0-1-15,-41-40 16,41 40-16,0 0 16,0 0-1,41-40 16,-1 0-15,0 0-16,-40-40 16,40 40-16,-40-40 31,0 0-31,0 0 16,40-1 15,-40 82 16,0-1-32,0 0 1,0 0 0,40-40-1,-40 40-15,0 0 16,40-40-1,-40 40-15</inkml:trace>
  <inkml:trace contextRef="#ctx0" brushRef="#br0" timeOffset="435757.7541">12800 1844 0,'0'0'15,"-40"0"-15,0 0 16,0 0 15,40 40 0,0 0-15,0 1-16,0-1 16,0 0-16,0 0 15,0 0-15,40-40 31,0 0-15,-40-40-16,0 0 16,40 40-16,-40-40 0,0 0 15,0-1-15,0 1 16,0 0 0,0 80 46,0 0-62,0 1 16,0-1-16,0 0 0,0 0 15,0 0-15,0 0 0,0 0 16,0 0-16,0 0 0,0 1 0,-40-1 16,40 0-16,0 0 15,-40 0-15,40 0 0,0 0 0,0 0 0,-40-40 16,40 40-16,-40 0 0,40 1 15,-40-1-15,40 0 16,-40-40-16,-1 0 16,1 0-1,40-40-15,0 0 16,0-1-16,0 1 16,0 0-16,40 40 0,-40-40 15,0 0-15,41 40 16,-41-40-16,40 40 0,0-40 0,0 0 15,0 40-15,0-40 16,0 40-16,-40-40 0,40 40 16,-40-41-16,41 41 0,-1 0 0,-40-40 0,40 40 15,0-40-15,0 40 16,-40-40-16,40 40 0,-40-40 16,40 40-1,-40-40 1,40 40-1,-40-40 1,0 0 15,0 0-15,0-1 0,0 1 15,-40 40 16,0 0-47,0 0 15,40 40 1,0 1 15,0-1-31,40 0 16,-40 0-1,0 0-15,40-40 16,-40 40-16,40-40 31,1 40 1,-1-40 30,-40-40-46,40 40-16,-40-40 62,40 40-62,0 0 16,-40-40-1,40 40 1,-40-40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3-10-11T02:20:43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19341 521 0,'40'0'47,"-40"-40"-47,0 80 125,0 0-109,0 0-1,0 0 1,0 0-16,0 0 15,0 0 1,40-40-16,-40 41 0,0-1 0,0 0 31,0 0-31,0 0 16,0 0 0,0-80 93,0 0-78,-40 40-15,40-40-16,0 0 15,0 0 1,0-1-16,0 1 16,0 0-16,0 0 15,0 0-15,0 0 0,40 40 0,-40-40 16,40 40-16,-40-40 0,40 40 0,-40-40 16,41 40-1,-41-41-15,40 41 0,0 0 0,-40-40 16,40 40-16,0 0 15,0-40 1,0 40 0,0-40-1,1 40 1,-1 0-16,-40-40 0,40 40 16,0 0 15,-40 40 31,0 0-46,0 0-16,0 0 16,-40-40-16,40 41 15,0-1-15,-40-40 0,40 40 16,-40-40 15,40 40-15,-41-40-16,1 0 15,40 40 1,-40-40-16,0 0 0,0 40 16,0-40-16,0 0 15,0 0 1,-1 0 93,41-40-93,-40 40-1,80 0 126,1 0-125,-41 40-1,40-40 1,-40 40 15,40-40-31,0 0 16,-40 40-16,40-40 15,0 40 1,0-40 15,-40 41-15,40-41 0,1 0-1,-41 40-15,40-40 16,0 0-1,-40 40 1,40-40-16,0 0 31,0 0-15,0 0 15,0 0-15,1 0-1,-1 0 17,-40-40-1,40 40-31</inkml:trace>
  <inkml:trace contextRef="#ctx0" brushRef="#br0" timeOffset="2459.7693">24236 441 0,'0'-41'47,"-40"41"63,0-40-110,0 40 15,0 0 1,0 0-16,0 0 15,40 40 1,-41-40-16,1 0 16,0 41-1,0-1-15,40 0 16,0 0 0,0 0-1,0 0 1,40-40-1,-40 40-15,40 0 16,0 0 0,1-40-1,-41 41-15,40-41 16,0 0-16,0 0 16,-40 40-16,40-40 0,0 0 0,0 0 15,0 0 1,1 0-16,-1 0 0,0 0 15,0-40-15,0 40 16,-40-41 31,-40 41-47,40-40 0,-40 40 31,40-40-15,0 0 31,40 0 0,0 40-32,-40-40 1,40 40-16,0 0 31,0 0-15,1 0-1,-1 0-15,0 0 16,-40 40-16,40-40 16,0 0-1,-40 40 173,0 0-173,0 0-15,0 0 16,0 1-16,0-1 0,0 0 16,0 0-16,0 0 15,0 0-15,0 0 0,0 0 16,40-40-16,-40 40 15,40 0-15,0-40 16,1 0 0,-1 0-16,-40-40 0</inkml:trace>
  <inkml:trace contextRef="#ctx0" brushRef="#br0" timeOffset="3209.7253">27567 561 0,'0'40'93,"0"0"-77,0 0-16,0 0 0,0 0 0,0 1 0,0-1 16,0 0-16,0 0 15,0 0-15,0 40 0,0-40 0,0 0 0,0 41 16,0-41-16,0 0 0,0 0 15,0 0-15,40 0 0,-40 0 0,0 0 0,40-40 16,-40 40-16,0 1 16,40-41-16</inkml:trace>
  <inkml:trace contextRef="#ctx0" brushRef="#br0" timeOffset="3939.6819">27647 761 0,'-40'-40'15,"0"0"-15,0 0 32,40 0-32,40 40 31,160-40-15,-159 0-16,-1 40 0,120-40 31,-120 0-31,0 40 0,1 0 0,39 0 31,-80 40 0,-40-40-31,40 40 16,-40 0-16,-41 0 16,81 0-16,-40-40 15,-40 80 1,0 1-1,80-41 17,40-40-32,0 0 31,40 0-15,0 0-16,81 0 31,-41 0-16,-80 0 1,1 0 0,-41 40-16,0 40 15,0-40-15,-41 0 16,-79 121 0,-81-81-1,-39 40 16,79-80-15</inkml:trace>
  <inkml:trace contextRef="#ctx0" brushRef="#br0" timeOffset="8069.4245">17375 1684 0,'40'0'157,"0"0"-126,0-40-16,0 40-15,0 0 16,0 0-16,1 0 16,-1 0-1,0 0-15,0 0 0,0 0 0,0 0 16,0 0-16,41-40 0,-41 40 0,0 0 0,40 0 16,-40 0-16,41 0 0,-41 0 15,40 0-15,-40 0 0,0 0 0,40 0 0,-39 0 16,-1 0-16,0-40 15,0 40-15,0 0 0,0 0 0,0 0 16,0 0-16,1 0 16,-1 0-16,-40-41 0,40 41 0,0 0 15,0 0-15,0 0 0,0 0 0,41 0 0,-41-40 16,0 40-16,40 0 16,-40 0-16,40 0 0,-39-40 0,39 40 0,-40 0 15,0 0-15,40 0 0,-40 0 16,1 0-16,-1 0 0,0 0 0,0 0 0,0 0 15,0 0-15,0 0 16,0 0-16,1 0 0,-1 0 16,0 0-16,0 0 15,0 0 1,0 0-16,0 0 0,0 40 16,1-40-1,-1 0-15,0 0 0,0 0 0,0 0 16,0 0-16,0-40 0,0 40 15,1 0-15,-1-40 0,0 40 0,0 0 16,0 0-16,-40-40 16,40 40-16,0 0 0,0 0 15,-80 0 32,40 40 47,40-40-63,-40 40 32,0 0-63,0 0 15,0 1 1,0-1 0,0 0-16,0 0 0,0 0 15,0 0-15,0 0 0,0 0 16,-40 0-16,40 0 0,0 1 15,0-1-15,0 0 0,0 0 16,0 0-16,0 0 0,0 0 0,0 0 16,40 0-16,-40 1 15,0-1-15,0 0 16,0 0-16,0 0 0,0 0 16,0 0-16,0 0 15,0 0-15,0 0 16,0 1-16,0-1 15,0 0-15,0 0 16,0 0 0,0 0-16,41 0 0,-41 0 15,0 0-15,0 1 0,0-1 0,0 0 16,0 0-16,0 0 16,80-40-16,-80 40 0,0 0 15,0 0 1,0 0-16,-40-40 15,40 40-15,0 1 16,0-1 31,-40-40-47,40 40 16,0 0 15,-41-40-16,1 40 17,0-40-17,0 40 1,0-40 0,0 0-16,0 0 15,0 0 1,-1 0 15,1 0-15,0 0-1,0 0-15,0 0 16,0 0-16,0 0 16,0 0-1,-1 0-15,1 0 0,0 0 16,0 0-16,0 0 15,0 0-15,0 0 0,0 0 0,-1 0 16,1 0 0,0 0-16,0 0 0,0 0 0,0 0 0,0 0 15,0 0-15,-1 0 16,1 0-16,0 0 16,0 0-16,40 40 0,-40-40 15,0 0 1,0 0-16,0 0 0,-1 0 15,1 0-15,0 0 16,0 0-16,0 40 0,0-40 0,0 0 0,0 40 16,-1-40-16,1 0 15,0 41-15,0-41 0,0 0 0,0 40 0,0-40 16,0 0-16,-1 0 0,41 40 16,-40-40-16,0 0 15,0 0-15,0 0 31,0 0-31,0 0 32,0 0-32,-1 0 0,1 40 15,0-40-15,0 0 0,0 0 16,0 0 0,0 40-16,0-40 0,-1 0 15,1 0 1,0 0-1,0 0 1,0 0 15,0 0 1,0 0-17,-1 40-15,1-40 16,0 0-1,0 0-15,40 40 0,-40-40 16,40-40 140,0 0-140,0 0 15,0 0 0,0 0-31,0 0 16,0-1 0,0 1-16,0 0 0,0 0 15,0 0-15,40 0 0,-40 0 16,0 0-16,0 0 16,0-1-16,40 41 0,-40-40 0,0 0 15,0 0 1,0 0-16,0 0 0,0 0 0,0 0 15,0 0 1,0 0-16,0-1 16,0 1-16,0 0 15,0 0-15,0 0 0,0 0 16,0 0 0,0 0-1,0 0-15,0-1 0,0 1 0,0 0 16,0 0-16,0 0 15,0 0-15,0 0 0,0 0 16,0 0 0,0 0-16,0-1 15,0 1-15,0 0 16,0 0 0,0 0-16,-40 0 15,40 0 1,0 0-1,-40 40 1,0-40 0,40-1-1,-40 41 1,40-40-16,-40 0 31,40 0-31,-41 40 16,41-40-1,-40 0 1,40 0 0,0 0-1,40 40 17,-40-40-17,41 40-15,-1 0 16,-40-40 15</inkml:trace>
  <inkml:trace contextRef="#ctx0" brushRef="#br0" timeOffset="15429.0778">23073 1804 0,'0'0'0,"0"-40"0,-40 40 0,40-40 16,0 0-16,-41 40 16,41-40-16,41 40 125,-1 0-125,0 0 15,0 0 1,0 0-16,0 0 0,0 0 15,0 0-15,1 0 16,-1 0-16,0 0 0,0 0 16,0 0-16,40 0 15,-40 0-15,1 0 0,-1 0 0,0 0 16,0 0-16,0 0 0,0 0 0,0 0 16,0 0-16,1 0 0,-1 0 15,0 0-15,40 0 0,-40 0 0,0 0 0,0 40 16,1-40-16,-1 0 15,0 0-15,0 40 0,0-40 0,0 0 0,0 0 16,0 0-16,41 0 0,-41 0 16,0 0-16,0 0 0,0 0 0,0-40 0,0 40 15,1 0-15,-1-40 0,0 40 0,0 0 0,-40-40 16,40 40-16,0 0 16,0 0-16,0 0 0,1 0 15,-41 40 48,40-40-63,0 0 15,0 0-15,0 0 16,0 0-16,0 0 0,1 0 16,-1 0-16,0 0 15,0 0-15,0 0 16,-40 40 156,0 0-157,0 0-15,0 0 16,0 0 15,0 0 32,0 0-63,0 1 15,0-1-15,0 0 16,0 0 0,0 0 15,0 0-16,0 0 1,0 0-16,-40 0 16,40 1-16,0-1 15,0 0-15,0 0 0,0 0 0,0 0 16,-40-40-16,40 40 0,0 0 0,0 0 0,0 0 16,0 1-16,0-1 15,0 0-15,0 0 0,0 0 16,0 0-1,0 0 1,0 0 0,0 0-1,0 1-15,0-1 0,0 0 16,0 0 0,0 0-16,-40-40 0,40 40 0,0 0 15,0 0 1,-40-40-16,40 40 0,0 0 31,0 1 0,0-1-31,0 0 16,0 0-16,-41-40 31,41 40-31,-40-40 16,0 0 62,40 40-78,-40-40 16,0 0-16,40 40 15,-40-40-15,0 0 0,-1 0 16,1 0-16,0 0 0,0 0 0,0 0 0,0 40 15,0-40-15,0 0 16,-1 0-16,1 0 0,0 0 0,0 0 16,0 0-16,0 0 15,0 0-15,0 0 0,-1 0 16,1 0-16,0 0 16,0 0-1,0 0-15,0 0 16,0 0-1,0 0-15,-1 40 0,1-40 16,0 41-16,0-41 16,0 40-16,0-40 0,0 40 15,0-40-15,-1 0 0,1 0 16,40 40-16,-40-40 0,0 0 16,0 0 15,0 0-16,0 0 1,0 0 0,-1 0-1,1 40 1,0-40-16,0 0 16,0 0-1,40 40-15,-40-40 0,0 0 16,0 0-1,40 40-15,-41-40 0,1 0 32,0 0-1,0 0 0,40-40 63,-40 40-16,0 0 16,40 40-94,-40-40 0,0 40 15,-1-40-15,41 40 16,-40-40-16,0 40 0,0-40 16,40 41-1,0-82 48,0 1-32,40 40 63,-40-40-63,40 40-15,-40-40-1,40 40-15,-40-40 16,0 0-16,0 0 16,0 0-1,0 0-15,0 0 0,0-1 16,0 1-16,0 0 15,0 0-15,0 0 0,0 0 0,0 0 16,0 0 0,0 0-16,0-1 0,0 1 0,0 0 0,0 0 15,0 0-15,0 0 0,0 0 0,0 0 0,0 0 16,0 0-16,0-1 0,0 1 16,0 0-16,0 0 0,0 0 0,0 0 15,0 0 1,0 0-16,0 0 15,0-1 1,41 1-16,-41 0 16,0 0-1,0 0-15,0 0 0,0 0 16,0 0-16,0 0 16,40 40-16,-40-40 15,0-1 1,0 1-1,0 0 1,0 0-16,-40 40 16,40-40-16,0 0 15,0 0 1,0 0 0,0 0-1,0-1 1,0 1-1,40 40 1,-40-40-16,40 0 0,-40 0 16,40 0-1,-40 0-15,0 0 0,40 0 16,-40 0-16,0-1 31</inkml:trace>
  <inkml:trace contextRef="#ctx0" brushRef="#br0" timeOffset="19888.7237">27326 2125 0,'0'-40'16,"40"40"125,40 0-141,-39 0 15,-1 0 1,0 0-16,0 0 0,0 0 0,0 0 0,0 0 16,0 0-16,1-40 0,-1 40 15,40 0-15,-40 0 0,0 0 0,40 0 0,-39 0 16,39 0-16,-40 0 15,40-40-15,-40 40 0,41 0 0,-41 0 0,40 0 16,0 0-16,-40-40 0,41 40 16,-41 0-16,40 0 0,-40 0 0,40-41 0,-39 41 15,-1 0-15,0 0 0,40 0 0,-40 0 0,40 0 16,-39 0-16,39 0 16,-40 0-16,0 0 0,40-40 0,-40 40 0,1 0 15,-1 0-15,40 0 0,-40 0 16,0 0-16,0 0 0,0-40 0,1 40 0,-1 0 15,0 0 1,0 0-16,0 0 16,0 0-1,0 0 1,0 0 0,1 0-1,-1 0-15,0 0 16,0 0-1,0 0-15,0 0 0,0 0 16,0 0-16,1 0 16,-1 0-16,0 0 0,0 0 0,0 0 15,-40 40 188,0 0-203,0 1 0,0-1 16,0 0-16,0 0 0,0 0 16,0 0-16,0 0 0,0 0 0,0 0 15,0 1-15,0-1 0,0 0 0,0 0 16,0 0-16,0 0 16,0 0-16,0 0 0,-40-40 0,40 40 15,0 0-15,0 1 0,0-1 16,0 0-16,0 0 0,0 0 0,0 0 0,-40 40 15,40-40-15,-40 1 16,40 39-16,-40-40 0,40 0 0,0 0 0,0 40 16,-41-40-16,41 0 0,0 1 0,0-1 15,0 0 1,0 0-16,0 0 16,0 0-1,41-40-15,-41 40 0,0 0 0,0 0 16,0 1-1,0-1-15,0 0 0,0 0 16,0 0 0,0 0 15,40-40-15,-40 40-16,0 0 0,0 0 31,40-40-31,-40 40 0,0 1 15,0-1 17,0 0-1,0 0-31,0 0 31,-40-40 32,0 0-63,-1-40 15,1 40-15,0 0 16,0 0 0,0 0-16,0 0 0,0 0 0,0 0 15,-1 0-15,1 0 16,0 0-16,0 40 0,0-40 0,0 0 0,0 0 15,0 0 1,-1 40-16,1-40 0,0 0 0,0 0 16,0 0-16,0 0 0,0 0 15,0 0-15,-1 0 16,1 0-16,0 0 0,0 0 0,0 0 16,0 0-16,0 0 15,0 0-15,-1 0 16,1 0-16,0 0 15,0 0-15,0 0 0,0 0 16,0 0 0,40 40-16,-40-40 15,-1 0-15,1 0 16,0 0 0,0 0-16,40 40 0,-40-40 0,0 0 15,0 0 1,-1 0-16,1 0 0,0 0 15,0 0-15,0 0 16,0 0-16,0 40 0,0-40 16,-1 0-16,1 0 0,0 41 15,0-41 1,0 0-16,0 0 16,0 0-1,0 0 16,-1 0-31,1 0 16,0 0 0,40 40-1,-40-40-15,0 0 16,0 0 0,0 0-16,40 40 0,-40-40 15,-1 0-15,1 0 16,0 0-16,0 0 109,0 0 32,40-40-94,0 0-32,0-1 1,0 1-16,0 0 0,0 0 16,0 0-16,0 0 15,0 0-15,0 0 0,0 0 0,0-1 16,0 1-16,0 0 15,0 0-15,0 0 0,0 0 0,0 0 0,0 0 16,0 0 0,-40 0-16,40-1 0,0 1 0,0 0 0,0 0 15,0 0-15,0 0 0,0 0 16,0 0-16,0 0 16,0-1-16,0 1 0,0 0 0,0 0 15,0 0-15,0 0 0,0 0 16,0 0-16,0 0 0,0 0 0,0-1 0,0 1 15,0 0-15,0 0 16,0 0-16,0 0 0,0 0 16,0 0-16,-40 40 0,40-40 0,0-1 15,0 1 1,0 0-16,0 0 31,0 0-31,-40 40 0,40-40 16,-41 0-1,41 0-15,0 0 32,0 0-17,0-1 1,0 1 0,0 0-1,-40 40 1,40-40 15,0 0 16,0 0 62,0 0-77,40 40 46,1 0-47,-1 0-31</inkml:trace>
  <inkml:trace contextRef="#ctx0" brushRef="#br0" timeOffset="48717.0026">18458 4491 0,'-40'0'93,"0"0"-61,0 0-1,0 0-31,0 40 0,40 0 0,-41-40 16,41 41-16,-40-41 0,0 40 15,0 0-15,40 0 0,-40-40 0,0 40 16,0 0-16,-1-40 31,82 0 47,-1 0-62,-40-40-16,40 40 15,0 0 17,0 0-32,-40 40 15,40-40-15,0 40 16,-40 0-16,41-40 0,-41 40 0,40 0 0,0 1 16,-40-1-1,0 0-15,40 0 0,-40 0 0,40 0 16,-40 0-16,0 0 15,40-40 1,0-40-16,-40-40 16,40 80-16,-40-40 15,41 0-15</inkml:trace>
  <inkml:trace contextRef="#ctx0" brushRef="#br0" timeOffset="49416.9555">18458 4892 0,'0'-40'16,"40"40"77,0 0-93,-40-40 16,81 40 0,-41 0-16,0 0 0,0 0 15,0 0-15,0 0 0,0-40 16,1 40-16,-1 0 0,40-40 0,-40 40 0,0-40 15,40 40-15,-39-40 0,39 40 0,-40-40 0,40 40 16,-40 0-16,41-41 16,-41 41-16,0 0 0,40 0 0,-40 0 0,0 0 15,-40-40-15,40 40 0,1 0 16,-1 0-16,0 0 0,0 0 0,0 0 16,0-40-16,0 40 15,0 0-15,1 0 0,-1-40 0,0 40 16,0 0-16,0 0 0,0-40 0,0 40 0,0 0 15,1 0-15,-1-40 16,0 40-16,0 0 16,-40-40-1,40 40 17,0 0-1,40 0-16,-39 0-15,-1 0 0,0 0 0,0 0 16,0 0-16,0 0 16,0 0-16,0 0 0,1 0 31</inkml:trace>
  <inkml:trace contextRef="#ctx0" brushRef="#br0" timeOffset="49857.026">20866 4170 0,'0'0'0,"40"0"140,0 40-140,0-40 0,0 0 16,0 0 0,0 0-16,-40 41 0,41-41 15,-1 0 1,-40 40-1,0 0-15,0 0 16,-40 0 0,-1 0-16,1 0 15</inkml:trace>
  <inkml:trace contextRef="#ctx0" brushRef="#br0" timeOffset="50766.8799">19501 5454 0,'0'0'0,"0"-40"16,41 40-16,-41-40 0,40-1 15,0 41-15,-40-40 0,40 40 16,-40-40-16,40 0 16,0 40-16,-40-40 0,40 40 0,0 0 15,-40-40 1,41 40-16,-1 0 0,-40-40 15,40 40-15,0 0 0,0 0 16,0 40 0,0 0-16,-40 0 15,0 0 1,0 0-16,0 0 0,-40 1 16,40-1-16,-40 0 15,0 0-15,0 0 0,40 0 16,-40-40-16,40 40 0,-40 0 15,40 0 1,-41-40-16,41 40 0,-40-40 0,40 41 16,0-1-16,0 0 15,40 0 1,1 0 0,-41 0-16,40-40 15,0 0-15,0 0 16,-40 40-16,40-40 0,0 0 15,0 0 1,-40-40-16,40 40 16,-40-40-16,0 0 15,0 0 1,0 0 0,-40 0-1,40-1-15,-40 1 16,0 0-16,0 0 0,0 40 15,40-40-15,-40 40 16,0-40-16,-1 40 0,1 0 31,40-40-31,0 0 16,40 40 0,1-40-16,-1 0 0,0-1 15</inkml:trace>
  <inkml:trace contextRef="#ctx0" brushRef="#br0" timeOffset="52516.8086">16412 2366 0,'0'0'0,"-40"0"16,40-40 15,0-1-16,0 1 1,0 0 0,0 0-16,40 40 31,-40-40 0,40 40-15,0-40-1,-40 0 1,40 0-16,0 0 16,-40-1-1,0 1-15,40 0 16,-40 0 0,40 0-16,-40 0 31,0 0-16,41 40-15,-41 40 125,40 0-125,-40 0 16,40-40-16,-40 40 0,40 0 0,0-40 16,-40 40-16,40-40 0,0 41 15,0-41-15,-40 40 0,41-40 0,-1 40 0,0-40 16,0 40 0,0-40-16</inkml:trace>
  <inkml:trace contextRef="#ctx0" brushRef="#br0" timeOffset="53186.825">16853 1684 0,'0'40'0,"0"0"32,0 0-1,0 0 0,0 0-15,0 0-16,40 1 0,-40-1 15,0 0-15,0 0 16,0 0-16,0 0 0,0 0 16,0 0-16,0 0 15,0 1-15,0-1 0,40 0 0,-40 0 16,0 0-16,0 0 0,0 0 15,0 0-15,0 0 16,0 0-16,0 1 0,0-1 0,40 0 16,-40 0-16,0 0 0,0 0 15,0 0-15,0 0 0,0 0 0,0 1 16,41-41-16,-41 40 16,0 0-16,0 0 0,40 0 0,-40 0 0,0 0 15,40-40-15,-40 40 0,0 0 16,0 0-16,40 1 0,-40-1 0,0 0 15,40 0-15,-40 0 0,0 0 16,40 0 0</inkml:trace>
  <inkml:trace contextRef="#ctx0" brushRef="#br0" timeOffset="54036.6882">16693 3809 0,'0'-40'32,"0"0"-1,40 40 31,0 0-46,0 0 0,-40 40-16,40-40 15,0 0-15,0 0 0,0 40 16,1-40 0,-41 41-16,40-41 31,-40 40-31,40-40 0,-40 40 15,40-40-15,0 0 32,0 0 30,-40-40-62,40 40 0,0-40 16,-40-1-16,41 41 0,-1-40 31,-40 0-31,40 40 0,-40-40 16,0 0-1,0 0-15,40 40 0,-40-40 32,0 0-1</inkml:trace>
  <inkml:trace contextRef="#ctx0" brushRef="#br0" timeOffset="55336.631">15609 2807 0,'0'-40'0,"0"0"15,0-1 1,0 1-1,40 0 17,0 40-17,-40-40 1,41 40-16,-1 0 0,-40-40 16,40 40-1,0 0-15,0 0 16,0 0-1,0 0 1,0 0 15,-40 40-31,0 0 0,0 0 32,0 0-32,0 1 15,0-1 1,0 0-1,0 0-15,-40-40 0,40 40 16,-40-40-16,40 40 16,0 0-16,-40 0 0,40 0 15,0 1 1,-40-41-16,40 40 0,0 0 0,0 0 16,-40-40-16,40 40 0,0 0 15,0 0 1,0 0-16,0 0 31,40 0-15,0-40-1,-40 41-15,40-41 0,0 0 16,0 0 0,1 0-16,-1 0 31,-40-41-16,40 41-15,-40-40 16,0 0 0,0 0-16,0 0 0,0 0 15,0 0-15,-40 40 16,40-40-16,-40 40 0,40-40 0,-41 0 0,1 40 16,40-41-1,-40 41-15,40-40 0,-40 40 0,40-40 0,-40 40 16,40-40-16,-40 40 0,0-40 15,0 40 1,-1 0 0,1 0-1,40-40 1,-40 40-16,40-40 47,0 0-32,40 40-15,-40-40 16,40 40-16,1 0 16,-1 0-16,0 0 0</inkml:trace>
  <inkml:trace contextRef="#ctx0" brushRef="#br0" timeOffset="57656.4666">21708 6256 0,'40'0'16,"1"0"0,-1 0-1,-40-40 1,40 40-16,-40-40 0,40 40 0,0 0 15,0 0 1,0 0 0,1 0-1,-1 0 1,-40 40-16,40-40 16,0 40-1,-40 0 1,0 0-1,0 0-15,0 0 16,0 0 0,-40 0-16,40 1 0,-40-41 15,40 40-15,-40-40 0,40 40 16,-41 0-16,1 0 0,0 0 16,0 0-1,0 0-15,0-40 31,40 40-15,80 1 15,-80-1-31,0 0 0,40-40 16,0 0 0,-40 40-16,40-40 0,1 0 15,-1 0-15,0 0 0,0 0 16,0-40-1,0 40-15,0-40 0,0 40 16,1-40 0,-41-1-16,40 41 0,-40-40 15,0 0 1,0 0 0,0 0-1,-40 0 1,-1 40-16,1-40 15,0 40 1,0 0-16,40-40 0,-40 40 0,0 0 16,0 0-1,0 0-15,40-40 0,-41 40 16,1-41 0,0 41-16,40-40 0,-40 40 15,0-40-15,0 40 16,40-40-16,0 0 109</inkml:trace>
  <inkml:trace contextRef="#ctx0" brushRef="#br0" timeOffset="58396.4227">22752 6176 0,'0'40'78,"0"0"-78,0 0 0,40 0 16,-40 0 0,0 0-16,0 0 0,40 0 0,-40 1 15,0-1-15,0 0 0,0 0 0,0 0 16,0 0-16,0 0 15,40-80 32,0 0-47,-40 0 16,0 0-16,0 0 0,40 40 0,0-40 0,1 40 16,-41-41-1,0 1-15,40 40 0,-40-40 16,40 40-16,0 0 15,0 0 1,-40 40-16,40-40 16,-40 40-16,0 1 15,0-1 1,-40-40 0,40 40-1,-40-40-15,40 40 0,-40 0 16,0 0-1,0-40-15,40 40 0,-41-40 16,41 40-16,-40 0 16,40 1-16,-40-41 15,40 40 1,0-80 15,0-41-31</inkml:trace>
  <inkml:trace contextRef="#ctx0" brushRef="#br0" timeOffset="58746.4046">23755 6376 0,'0'0'0,"-40"40"0,0-40 15,-1 40 1,41 0 0,0 1-1,41-1 1,-41 0-16,40 40 31,-40-40-31,40 0 16,-40 40-1</inkml:trace>
  <inkml:trace contextRef="#ctx0" brushRef="#br0" timeOffset="58956.3892">23594 6095 0,'-40'-40'16,"80"80"-16,-80-120 0,0 80 0,40-40 15,40 40 1</inkml:trace>
  <inkml:trace contextRef="#ctx0" brushRef="#br0" timeOffset="59356.3653">24116 5975 0,'0'40'16,"0"0"46,0 0-62,0 1 16,0-1-1,0 0-15,0 0 0,0 0 0,0 0 16,0 0-16,0 0 0,0 0 16,40-40-16,-40 40 0,0 1 0,40-1 0,-40 0 15,0 0-15,40 0 0,-40 0 31,40-40-31,1 0 0,-1 0 16,0 0 0,0-40-16,0 0 15,0 0 1,-40 0-16</inkml:trace>
  <inkml:trace contextRef="#ctx0" brushRef="#br0" timeOffset="59666.3575">23955 6416 0,'0'-40'47,"41"40"-47,-1 0 16,-40-40-16,40 40 15,0 0-15,0 0 0,-40-40 0,40 40 0,0 0 16,0-40-16,1 40 0</inkml:trace>
  <inkml:trace contextRef="#ctx0" brushRef="#br0" timeOffset="60276.3102">25561 6296 0,'0'-40'31,"0"80"47,0 0-78,0 0 16,0 0 0,40-40-16,-40 40 0,40 0 0,-40 1 15,0-1-15</inkml:trace>
  <inkml:trace contextRef="#ctx0" brushRef="#br0" timeOffset="60556.2933">25520 5935 0,'-40'0'0,"80"0"0</inkml:trace>
  <inkml:trace contextRef="#ctx0" brushRef="#br0" timeOffset="61186.2648">26002 6136 0,'0'40'16,"0"0"0,40-40-16,-40 40 0,40-40 15,-40 40-15,40-40 0,-40 40 0,40 0 16,-40 0-1,41-40 1,-41-40 31,40 0-31,-40 0-16,0 0 15,0 0-15,0 0 0,40 40 16,0 0-1,0 0 1,0 0-16,-40 40 0,40 0 16,0-40-1,-40 40-15,0 0 16,0 0 0,-40-40-1,40-40 1,0 0-1,0 0-15,0 0 0,0 0 16,0 0 0,40-1-16,1 41 15,-41-40-15,40 40 0,0 0 16,0 0-16,0 0 16,0 40-1,0-40-15,-40 41 0,0-1 16,40-40-16,-40 40 0,0 0 15,0 0-15</inkml:trace>
  <inkml:trace contextRef="#ctx0" brushRef="#br0" timeOffset="61696.2645">27286 5975 0,'-40'40'0,"80"-80"0,-120 80 0,40-40 31,-1 0-31,41 40 16,41-40-1,-41 40 1,40 1-16,0-41 16,-40 40-16,40-40 15,0 0 1,0 0 0,-40-40-1,0-1-15,0 1 16,0 0-16,-40 40 15,40-40-15,-40 0 0,80 80 63,0 0-47,-40 0-1,40 0-15,0-40 0,-40 41 0,0-1 0,41 0 16,-41 0-16,40-40 0,-40 40 0,40-40 15,-40 40-15,40 0 16</inkml:trace>
  <inkml:trace contextRef="#ctx0" brushRef="#br0" timeOffset="62706.2588">27928 5895 0,'0'0'16,"-40"0"-16,0 0 15,0 0-15,-1 40 16,1 0-16,40 0 16,0 0 15,40-40-31,1 0 31,-1 0-31,-40-40 16,40 40-16,-40-40 15,0 0-15,0 0 16,-40 0 0,40 0-1,-40 40-15,40 40 47,0 0-31,40-40-16,-40 40 0,40 0 0,-40 0 15,40 0-15,-40 0 16,0 1-16,0-1 0,0 0 0,40 0 16,-40 0-16,0 0 15,0 0-15,0 0 0,0 0 0,0 0 0,0 1 16,0-1-16,0 0 0,0 0 0,0 0 0,0 0 15,-40-40-15,40 40 0,0 0 16,-40 0-16,0 1 16,40-82 31,-40 41-47,40-40 0,-41 40 15,41-40-15,0 0 0,0 0 0,0 0 16,0 0-1,0 0-15,0 0 0,0-1 0,0 1 0,0 0 16,0 0-16,0 0 16,0 0-16,81 40 0,-81-40 15,40 40-15,0 0 16,-40-40-16,40 40 0,0 0 0,0 0 16,0-40-16,1 40 0,-1 0 15,40-40-15,-40 40 0,0 0 0,0 0 0,-40-41 16,40 41-16,1 0 0,-41-40 15,40 40 1,-40-40-16,0 0 31,0 0-15,0 0 0,-40 40-1,-1 0 1,1 0-1,40 40 17,0 0-32,-40-40 0,40 40 15,0 0-15,0 0 16,80-40-16,-80 41 0,41-1 16,-1-40-1,0 0-15,0 40 0,0-40 0,0 0 16,0 0-16,0 0 0,1 0 15,-41-40 1,0 0 0</inkml:trace>
  <inkml:trace contextRef="#ctx0" brushRef="#br0" timeOffset="63976.1758">20745 8462 0,'-40'0'31,"0"0"-31,40-40 16,-40 40-16,0 0 16,0 0-16,0 40 15,-1-40-15,41 40 0,-40-40 16,40 40-1,-40 0-15,40 0 0,0 0 16,-40-40-16,40 40 16,0 0-16,-40-40 0,40 40 15,0 1 1,0-1-16,0 0 0,0 0 16,0 0-16,40 0 0,-40 0 15,40 0-15,-40 0 0,40-40 0,-40 41 16,40-1-16,1-40 0,-1 40 0,0-40 0,0 0 15,0 0 1,0 40-16,0-40 0,0 0 0,1 0 16,-1-40-16,0 40 0,0 0 15,0-80-15,0 80 0,0-41 0</inkml:trace>
  <inkml:trace contextRef="#ctx0" brushRef="#br0" timeOffset="64376.143">21588 8582 0,'40'-40'31,"-80"80"-31,120-80 16,-40 40-16,0 0 15,1 40-15,-41 0 0,40 0 16,-40 0-16,0 81 15,-40-1 1,-161 0 15,121-120-31,80 40 0,-81-40 16,41 0-16,0-40 16,0 0-16,-40-40 15,40-40 16,120-1-15,-40 81 0,0 0-16,40 0 31,1 0-31</inkml:trace>
  <inkml:trace contextRef="#ctx0" brushRef="#br0" timeOffset="64686.0826">21909 8141 0,'0'-40'0,"0"80"47,0 0-31,0 0-16,40 0 0,-40 0 15,40 0-15,-40 0 0,40 1 16,1-1-16,-41 0 0,40 0 0,-40 0 16,40 0-16,0 0 15,-40 0-15,0 0 0,40 0 0,-40 1 16,40-1-16,-40 0 0,0 0 0,0 0 15,40-40-15,-40 40 0</inkml:trace>
  <inkml:trace contextRef="#ctx0" brushRef="#br0" timeOffset="65056.1196">22471 8662 0,'0'-40'0,"40"0"16,0 40-16,-40-40 16,40 40-16,0 0 0,0 0 15,1 0-15,-1 0 16,0 40-16,0-40 0,-40 40 16,0 0-1,40-40-15,-40 40 0,0 0 16,-40 0-1,0-40 1,40 41-16,-40-41 0,0 40 0,-1-40 0,1 0 16,40 40-16,-40-40 0,0 0 15,0 0-15,0 0 0,0 0 16,40-40-16,-40 0 16,40-1-16,0 1 15,0 0-15,0 0 0,40 40 16,-40-40-16,40 0 15,0 40-15,-40-40 0</inkml:trace>
  <inkml:trace contextRef="#ctx0" brushRef="#br0" timeOffset="65466.0012">22832 8381 0,'40'0'15,"-80"0"-15,120 0 16,-40 0-16,0 0 31,81 81-15,-81-41 0,40 80-1,-40 0 16,-40-39-15,0-41 0,-40-80 15,40-1-31,0-39 16,-40 40-16,40 0 15,0 0-15,0 0 0,0 0 0,0 0 16,40 0-16,-40-1 0,40 41 0,-40-40 15,40 40-15,1-40 16,-1 40-16,-40-40 0,40 40 0,0 0 16,0 0-16,-40-40 15,40 40-15</inkml:trace>
  <inkml:trace contextRef="#ctx0" brushRef="#br0" timeOffset="66556.1254">24076 8502 0,'-40'0'15,"80"0"110,-40-40-125,40 40 0,0 0 16,0 0 0,0 0-16,0 0 0,1 0 15,-1 0 1,0 0-16,0 0 15,0-40-15,0 40 0</inkml:trace>
  <inkml:trace contextRef="#ctx0" brushRef="#br0" timeOffset="67036.1402">24317 8301 0,'0'0'0,"-41"0"0,1 0 15,40-40 16,40 40-15,-40-40-16,41 40 16,-1 0-16,0 0 31,0 0-31,0 0 16,0 0-1,-40 40-15,40-40 0,0 0 16,-40 40-16,41-40 15,-41 40 1,40-40-16,-40 40 16,0 1-1,0-1 1,0 0 0,-40 0-1,40 0-15,-41-40 0,1 0 16</inkml:trace>
  <inkml:trace contextRef="#ctx0" brushRef="#br0" timeOffset="72645.7091">20103 11429 0,'0'0'0,"0"-40"0,0 0 0,0 0 31,0 0-31,0 0 16,0 0-1,-80 40 63,80 40-78,-40-40 16,0 40-16,0-40 16,40 40-16,-40-40 0,40 40 0,-41-40 0,1 40 15,0 0-15,0-40 0,0 41 0,40-1 16,-40-40-16,0 40 0,0 0 15,40 0-15,0 0 16,0 0 0,0 0-16,40-40 0,-40 40 15,40-40-15,-40 40 16,40-40-16,0 0 0,0 0 0,0 0 16,0 0-16,1-40 0,-1 40 15,0-40-15,0 40 16,0-40-16,-40 0 0,40 0 0,0 0 0,-40 0 15,40 0-15,-40 0 16,0-1-16,0 1 0,0 0 16,-40 40-1,40-40-15,0 0 0,-40 40 0,40-40 16,0 80 46,0 0-62,0 0 0,0 0 16,40 0-16,-40 1 0,0-1 16,40 0-16,-40 0 0,0 0 0,0 0 0,41 0 15,-41 0-15,0 0 16,40 0-16,-40 41 0,0-41 0,0 40 0,0-40 16,0 0-16,0 40 0,0-39 0,0-1 0,40 0 15,-40 40-15,0-40 0,0 0 16,0 0-16,0 0 0,0 0 0,0 1 15,-40-41 1,0 40-16,-1-40 31,41 40-31,-40-40 0,0 40 0,0-40 16,0 0 0,0 0-16,40-40 15,-40 40-15,40-40 0,-40 0 16,40-1-16,0 1 15,0 0-15,0 0 0,0 0 0,0 0 16,40 0-16,-40 0 16,40 0-16,-40 0 0,40 40 0,-40-41 15,40 1-15,0 0 0,-40 0 16,40 40-16,-40-40 0,40 0 0,1 0 16,-41 0-16,40 40 0,-40-40 0,40 40 0,-40-41 15</inkml:trace>
  <inkml:trace contextRef="#ctx0" brushRef="#br0" timeOffset="73065.6896">20545 11349 0,'0'0'16,"0"-40"-16,0 0 15,0 0-15,40 40 16,0 0-16,40 0 16,-80 40-16,40-40 0,0 40 0,1-40 15,-1 40-15,-40 0 16,40 0-16,0 1 0,0-1 0,-40 0 16,0 0-16,40 0 0,-40 0 15,0 0-15,-40 0 16,0-40-16,40 40 0,-40-40 15,0 0 1,0 0-16,40-40 16,0 0-16,-41 0 15,41 0-15,0 0 0,0 0 0,0 0 16,0 0-16,81-1 16,-81 1-16,40 40 0,-40-40 0,40 0 0,0 0 15,0 0-15,0 40 0,0-40 0,1 40 16,39-40-16,-40 40 0,0 0 15,0-40-15,0 40 0,0-41 0,41 41 0,-41-40 16</inkml:trace>
  <inkml:trace contextRef="#ctx0" brushRef="#br0" timeOffset="73905.7271">22029 10828 0,'0'40'15,"0"-80"-15,-40 80 0,-40 40 16,80-40-16,-40 0 16,0 0-16,0 41 15,-1-81-15,41 80 32,0-40-32,0 0 0,0 0 15,41-40-15,-1 80 16,0-80-1,0 0 1,-40-40-16,0 0 16,40 0-16,-40 0 0,40 0 0,-40 0 15,0 0 1,0 0-16,0-1 0,0 1 0,0 0 0,-40 40 16,40-40-16,-40 40 0,80 0 62,-40 40-62,40-40 0,0 40 0,1 0 16,-1-40-16,-40 41 15,40-41-15,0 40 0,0-40 16,0 0 0,0 0-1,-40-40-15,0-1 16,40 41-16,-40-40 0,0 0 15,0 0 1,0 0-16,0 80 47,0 0-47,41 0 16,-1 0-16,0 1 0,0-41 15,0 0-15,0 40 16,0 0-16,0-40 0,1 0 15,-1 0-15,-40-80 32,0-1-17,0 41 1,0 0-16,0 0 16,0 80-1,0 0 1,0 0-1,0 0-15,0 41 0,0-41 0,0 0 0,0 0 16,0 40-16,0-40 0,0 0 16,0 1-16,0-1 0,0 40 0,-40-40 0,40 0 15,-41 0-15,41 40 16,-40-40-16,0 1 0,0-1 0,40 0 0,-40 0 16,0 0-16,40 0 0,-40 0 0,0 0 0,40 0 15,-41-40-15,1 41 16</inkml:trace>
  <inkml:trace contextRef="#ctx0" brushRef="#br0" timeOffset="74605.5903">23634 11309 0,'0'-40'16,"-40"40"15,40-40-31,-40 40 0,40-40 32,40 40-17,41 0-15,-41-40 16,0 40-16,0 0 15,0-40-15,0 40 0,0-41 0,0 41 16,1-40-16,-1 40 0,0-40 16,0 40-16,-40-40 0,40 40 0,0 0 0,-40-40 15,40 0 1,-40 0-16,0 0 16,-40 40-1,0 0 1,0 40-1,80-40 48,0 0-47,0 0-16,0 0 0,1 0 15,-1 0-15,-40 40 0,40-40 0,-40 40 16,40 0-16,-40 0 15,0 0-15,0 0 16,-40 1-16,0-1 16,40 0-16,-40 0 0,-1 0 0,1-40 15,40 40-15,0 0 0</inkml:trace>
  <inkml:trace contextRef="#ctx0" brushRef="#br0" timeOffset="75315.6257">25199 10467 0,'40'-40'32,"-80"80"-32,121-120 0,-1 40 15,-40 40-15,-40-41 0,40 41 16,0 0-16,0 0 16,-40 41-16,41-41 15,-41 80-15,0-40 16,0 40-1,-41 40 1,1-120-16,-40 161 31,80-121-31,-40 0 0,40 0 0,0 0 0,0 0 16,-40 0-16,40 121 16,0-121-16,0 0 15,40 0-15,40-40 31,41-40-15,-81 40-16,40-40 16,-40 40-16,-40-40 0,0 0 15,40 40 1,-40-80 0,0 39-16,-40-79 15,-40 120-15,80-40 0,-40 0 16,0 0-16,-81-80 15,-80-1 1,41 1 15,120 80-31,40 0 32,40 40-32,40 0 15,81 0 16</inkml:trace>
  <inkml:trace contextRef="#ctx0" brushRef="#br0" timeOffset="75545.6087">25962 10427 0,'40'80'16,"-80"-160"-16,200 240 31,-120-120-31,121 0 16,40 1-1,-1 39 17,-160-40-17,0 0-15</inkml:trace>
  <inkml:trace contextRef="#ctx0" brushRef="#br0" timeOffset="75805.5931">26644 10347 0,'-40'0'16,"0"0"-16,40 40 31,-40-40-31,40 120 31,-41-80-31,41 0 0,-80 121 32,80-81-32,-40-40 0,40 0 0,-40 161 15,40-161 1,0 0-16</inkml:trace>
  <inkml:trace contextRef="#ctx0" brushRef="#br0" timeOffset="76535.5491">27246 10266 0,'0'-40'16,"40"40"-16,-40-40 0,40 40 0,0-40 15,0 40-15,81-40 31,-41 40-15,-80 40-16,40-40 16,-40 40-16,0 0 15,0 40 1,-80 81 0,40-81-1,0-80-15,-41 80 16,81-40-16,-40-40 0,40 41 15,-40 79 1,40-80 0,40 0-1,0 0-15,81-40 32,-121 40-32,40-40 0,0 0 0,40 40 15,0-40 16,-39-80-15,-41 40 0,0 0-1,-41 0-15,1 0 16,40 0-16,-40 40 0,0-81 16,-120-119-1,-1 80 1,121 79 15,0 41-15,40-40-1,40 40 17,40-40-17,-40 0-15</inkml:trace>
  <inkml:trace contextRef="#ctx0" brushRef="#br0" timeOffset="76805.5549">27848 10106 0,'40'0'15,"0"0"1,0 0-16,0 0 0,0 0 0,0 40 16,1-40-16,-1 40 15,0-40-15,-40 40 0,40 0 0,0-40 0,0 40 16,0 1-16,0-1 16,1 0-16,-1 0 0,0 0 15,-40 0-15,40-40 16,-40 40-1,40-40-15,-40 40 0</inkml:trace>
  <inkml:trace contextRef="#ctx0" brushRef="#br0" timeOffset="77105.4406">28530 10186 0,'-40'0'15,"40"-40"-15,-40 40 16,-1 0 15,1 0-15,0 0 0,0 0-16,40 40 15,-40 0-15,40 0 0,-40 0 16,40 1-16,0-1 15,-40 0-15,40 0 0,0 0 0,0 0 0,0 0 16,-40-40-16,40 40 16,0 0-16,0 1 0,0-1 0,40-40 15</inkml:trace>
  <inkml:trace contextRef="#ctx0" brushRef="#br0" timeOffset="78055.3875">29092 10026 0,'0'-40'0,"0"0"15,-40 40 1,40-41-16,40 41 31,-40-40-31,80 40 0,-80-40 0,40 40 16,0 0-16,0 0 16,0-40-16,1 40 0,-1 0 15,0 0-15,0 40 0,-40 0 16,40 0-1,-40 1-15,0-1 0,0 0 16,0 0 0,0 0-16,-40-40 15,40 40 1,-40 0 0,0-40-16,0 40 0,40 0 15,-41-40-15,41 40 16,0 1-16,-40-41 0,40 40 0,0 0 0,0 0 15,0 0-15,0 0 16,0 0-16,0 0 31,40-40-31,1 0 0,-41 40 16,40-40 0,0 0-16,0 0 0,0 0 15,0 0-15,0 41 0,0-41 16,1 0-1,-1 0-15,0 0 16,-40-41 0,40 41-1,-40-40-15,0 0 16,0 0-16,0 0 0,0 0 16,0 0-16,-40 0 15,-40 40-15,80-40 16,-81 40-16,41 0 0,0 0 15,0 0-15,0 0 16,0 0-16,0 0 0,-1 0 0,1-41 0,0 41 16,40-40-16,-40 40 15,0-40-15,0 0 16,40 0-16,-40 40 16,40-40-16,0 0 0,0 0 15,40 40-15,0 0 16,0-40-1,0 40-15,0 0 0</inkml:trace>
  <inkml:trace contextRef="#ctx0" brushRef="#br0" timeOffset="82665.1216">25199 7780 0,'0'-40'47,"40"0"-32,1 40 17,-1 0-17,-40-40-15,40 40 16,0 0-16,-40-41 0,40 41 16,0 0-16,0 0 15,1 0 1,-1 0-16,0 41 15,-40-1 1,0 0-16,0 0 16,0 0-16,0 0 15,-40 0-15,40 0 0,-40 0 0,40 0 16,0 1-16,0-1 0,-41 0 0,41 0 16,-40-40-16,40 40 15,0 0-15,0 0 0,-40 0 0,40 0 16,0 1-16,0-1 47,40-40-16,0 40-15,1-40-16,-1 0 0,0 0 0,0 0 15,0 0 1,0 0-16,0 0 0,0 0 0,1 0 15,-41-40-15,0 0 16,40 40-16,-40-41 16,0 1-1,-40 40-15,40-40 16,-41 40-16,41-40 0,-40 40 0,0-40 0,0 40 16,0 0-16,0-40 0,0 40 15,0-40-15,-41 40 0,41-40 0,0 40 0,0 0 16,0-40-16,0 40 15,-1-41-15,1 41 0,0-40 0,0 0 16,40 0-16,-40 0 16,40 0-16,0 0 0,0 0 15,0 0 1,40 0-16,0 40 16,-40-41-16,40 41 0,0 0 15,1 0-15,-1 0 16,0 0-16,0 0 0</inkml:trace>
  <inkml:trace contextRef="#ctx0" brushRef="#br0" timeOffset="82975.165">26162 7700 0,'0'0'0,"0"40"0,41-40 15,-1 40 1,-40 0 0,40-40-16,120 80 15,-120-80-15,-40 40 16,121 0-16,-81-40 15,40 40 1,-40 41 15</inkml:trace>
  <inkml:trace contextRef="#ctx0" brushRef="#br0" timeOffset="83285.1629">26524 7740 0,'0'-40'0,"0"0"0,0-1 16,0 1-16,0 0 0,0 80 46,0 0-30,0 1-16,0-1 0,0 0 0,0 0 0,0 0 16,0 0-16,0 0 0,0 0 15,0 0-15,0 0 0,0 1 0,0-1 0,0 0 16,0 0-16,-41 0 0,41 0 0,-40 0 16,40 0-1,-40-40-15,40 40 0</inkml:trace>
  <inkml:trace contextRef="#ctx0" brushRef="#br0" timeOffset="84195.021">27326 7579 0,'-40'0'0,"40"-40"15,0 0 1,40 40-16,-40-40 16,40 40-16,-40-40 0,40 40 15,0 0-15,-40-40 16,41 40-16,-1 0 0,0 0 15,0 0 1,0 40-16,0 0 31,-40 0-31,0 0 0,0 0 16,0 0-16,0 1 16,0-1-1,-40-40-15,40 40 0,-40 0 0,0 0 16,0 0-1,40 0-15,-40 0 0,40 0 16,-41-40-16,41 40 16,0 1-16,-40-1 0,40 0 15,0 0-15,0 0 16,0 0-16,40 0 16,1-40-16,-1 0 31,0 0-31,0 0 0,0-40 15,0 40 1,0 0-16,-40-40 0,40 40 16,-40-40-1,41 0 1,-41 0 0,0 0-1,-81 40-15,81-41 16,-80 41-1,80-40-15,-40 40 0,0-40 0,0 0 16,0 0-16,-1 0 16,41 0-16,-40 0 0,40 0 0,-40 40 0,40-40 15,0-1-15,0 1 16,-40 40-16,40-40 0,40 0 31,0 40-15,0 0-16,1 0 31,-41 40-31</inkml:trace>
  <inkml:trace contextRef="#ctx0" brushRef="#br0" timeOffset="84544.9964">28249 7579 0,'0'40'15,"40"-40"1,0 41-16,-40-1 15,40-40 1,-40 40-16,40-40 0,1 40 0,-1-40 16,0 40-1,0-40-15,0 0 0,0 0 0,-40 40 0,40-40 16,0 0-16,1 0 0,-1 0 0,0 40 16,0-40-16,0 40 15,0 0 1</inkml:trace>
  <inkml:trace contextRef="#ctx0" brushRef="#br0" timeOffset="84864.9819">28771 7459 0,'0'0'15,"0"40"-15,-81-40 16,81 40-16,-40-40 16,-40 40-1,40 81 16,40 79-15,0-120 0,0 1-16,0-1 0,0 40 31,0-80-31,0 0 0,-40 0 0</inkml:trace>
  <inkml:trace contextRef="#ctx0" brushRef="#br0" timeOffset="85714.9568">29373 7178 0,'0'-40'16,"0"80"-16,0-120 15,40 80 1,0 0-16,0 40 16,0-40-16,0 40 0,40 0 31,-39-40-31,-41 40 15,40-40-15,-40 41 16,0-1 0,0 40-1,-40 80 1,40-39 0,0-81-16,-81 40 15,81-40-15,0 0 31,0 0-15,0 0 0,40 0-1,1-40 1,39 41 0,-40-41-1,0-41 1,-40 1 15,0 0-31,0 0 16,0 0-1,-40-40 1,-121-40 15,121 79-31,0 1 16,0 40-16,-40-80 15,40 80-15,40-40 0,0 0 16,-40 40 0,-1-80-1,41 40-15,-40-41 16,40 41-16,0 0 16,0 0 15,40 40-16,41 0 1</inkml:trace>
  <inkml:trace contextRef="#ctx0" brushRef="#br0" timeOffset="86064.9063">30095 7218 0,'0'-40'15,"40"40"-15,-40-40 16,40 40-16,0 0 0,0 0 16,0 0-1,1 40-15,-1-40 0,0 40 0,0 0 0,0 1 16,40-41-16,-40 40 0,1 0 0,-1-40 0,0 40 16,0-40-16,-40 40 0,40-40 15,0 40-15,0 0 0,-40 0 16,40-40-1,-40 40-15,0 1 0</inkml:trace>
  <inkml:trace contextRef="#ctx0" brushRef="#br0" timeOffset="86334.8967">30817 7098 0,'0'0'0,"-40"40"31,40 0-15,-40-40-16,40 40 0,0 0 0,-40-40 0,40 41 16,0-1-16,-40 0 15,40 0-15,0 0 0,-41 0 0,41 0 16,0 0-16,0 0 0,0 1 15,0-1-15,0 0 0,0 0 0,0 0 16,0 0-16,0 40 16,0-40-16,0 0 0,0 1 0</inkml:trace>
  <inkml:trace contextRef="#ctx0" brushRef="#br0" timeOffset="86974.927">31379 7018 0,'0'-40'0,"0"-40"15,0 39 1,80 1 0,-40 40-16,81 40 31,-81-40-31,40 81 15,-80-41-15,40 0 16,-80 40 15,0 0-31,0-40 16,-41 41 0,41-41-16,0 40 15,0-80-15,40 40 31,40-40-15,121-40 0,-41 40 15,-80 0-31,40 80 16,-39-40-16,-41 0 0,0 0 0,40-40 15,-40 41-15,-81 79 16,41-80-16,-120 40 31,80-80-31,-161 80 16,201-80-16,0 0 15</inkml:trace>
  <inkml:trace contextRef="#ctx0" brushRef="#br0" timeOffset="104653.8919">32502 6777 0,'0'-40'31,"-40"40"-15,40 40 218,0 0-218,0 0-16,40 1 0,-40-1 0,0 0 15,40 0-15,-40 0 16,0 0-16,0 0 0,0 0 0,0 0 0,41 0 16,-41 1-16,0-1 0,0 0 0,0 0 0,40 0 15,-40 0-15,0 0 16,40-40 15,-40-40 0,0 0 1,0 0-17,0 0-15,0 0 16,0 0 0,0-1-16,40 41 15,-40-40-15,40 40 16,0 0-1,0 0 1,1 0-16,-41 40 0,40-40 16,-40 41-16,40-1 0,-40 0 15,0 0 1,40 0-16,-40 0 0,0 0 16,0 0-1,-40-40-15,40 40 0,-40-40 16,0 0-1,40 41-15,-41-41 0,1 0 0,0 0 16,40 40-16,-40-40 16,0 0-16,0 0 15,0 0 17,40-40-32,0-1 15,0 1 1</inkml:trace>
  <inkml:trace contextRef="#ctx0" brushRef="#br0" timeOffset="104973.8527">33104 7299 0,'40'0'0,"-40"40"16,41-40-1,-1 40 1,-40 0 0,0 0-1,40 40 1,-40-40-16,0 81 31,40-121-31,-40 40 0,0 0 0,40 0 16</inkml:trace>
  <inkml:trace contextRef="#ctx0" brushRef="#br0" timeOffset="105153.7716">33104 6938 0,'0'-40'16,"0"80"-16,0-121 0,0 41 15</inkml:trace>
  <inkml:trace contextRef="#ctx0" brushRef="#br0" timeOffset="105543.8398">33465 6697 0,'-40'0'0,"0"0"15,40 40-15,0 0 16,0 0-16,0 0 16,0 1-16,0-1 0,0 0 0,0 0 15,0 0 1,0 0-16,40 0 0,-40 0 15,0 0-15,0 0 16,0 1-16,0-1 0,0 0 16,40 0-16,-40 0 0,41-40 15,-41 40-15,40-40 16,-40 40-16,40-40 0,0 0 16,0 0-1,0-40 1</inkml:trace>
  <inkml:trace contextRef="#ctx0" brushRef="#br0" timeOffset="105803.7881">33465 7138 0,'-40'0'0,"0"0"16,80 0 15,0-40-15,1 40-1,-1 0-15,0 0 16,0 0-16,0 0 15,0 0-15</inkml:trace>
  <inkml:trace contextRef="#ctx0" brushRef="#br0" timeOffset="121443.0298">10393 8221 0,'-40'0'16,"-1"0"156,41 40 31,41-40-203,-41 40 15,40-40-15,0 40 16,0 0-16,-40 1 16,0-1-16,40-40 0,-40 40 0,40 0 15,0-40 1,-40 40-16,40-40 0,-40 40 15,41-40-15,-1 0 47,0 0 0,0 0-31,0 0-1,0-40-15,0 40 16,1 0-16,-41-40 0,40 40 16,0-40-16,0 40 15,-40-40-15,40 40 0,0-40 32,0 40-1,0 0 0,1 0-31,-41-41 16,40 41-16,0 0 0,0-40 15,0 40-15,0 0 16,0 0 0,-40-40-1,40 40 32,1-40-31,-1 40-1,0 0 17,0 0 46,0 0-47,0 0 0,0 0 47,-40 40-46,-40-40 30</inkml:trace>
  <inkml:trace contextRef="#ctx0" brushRef="#br0" timeOffset="138891.9906">2046 13836 0,'0'0'0,"0"40"0,-40-40 0,40 40 109,0 0-93,0 0 0,0 0-16,0 0 15,0 0 1,0 1-16,0-1 0,40 0 15,-40 0-15,0 0 0,0 0 0,0 0 16,41 0-16,-41 0 16,0 1-16,0-1 0,40 0 15,-40 0-15,0 0 16,0 0-16,0 0 0,0 0 16,40 0-16,-40 0 15,0 1-15,0-82 78,0 1-78,-40 0 16,40 0-16,0 0 16,0 0-16,-40 0 0,-1 0 15,41 0-15,-40 0 16,40-1-16,-40 1 0,40 0 15,-40 40-15,40-40 16,-40 40 0,40-40-16,0 0 0,-40 40 15,40-40-15,-40 0 16,0 0-16,40-1 0,-41 1 16,41 0-1,-40 40-15,40-40 0,-40 0 0,0 40 16,40-40-16,0 0 31,40 0 0,0 40-15,0 0 0,-40-40-16,41 40 0,-1 0 15,0 0 1,0 0-16,0 0 15,-40 40-15,40-40 0,0 40 16,0 0-16,1-40 16,-41 40-16,40-40 15,-40 40 1,40-40-16,-40 40 31,0 0-15,0 0-1,0 1 1,-40-41-16,40 40 16,-40-40-1,40 40-15,-41-40 16,1 40 0,0-40-1</inkml:trace>
  <inkml:trace contextRef="#ctx0" brushRef="#br0" timeOffset="139321.9627">2528 14277 0,'0'40'79,"40"0"-64,0 0-15,-40 0 16,0 0-16,40-40 0,-40 41 0,40-41 0,-40 40 15,41-40 1,-41 40-16</inkml:trace>
  <inkml:trace contextRef="#ctx0" brushRef="#br0" timeOffset="139571.9493">2608 14076 0,'-40'0'15,"0"0"-15,40-40 0,-40 0 16</inkml:trace>
  <inkml:trace contextRef="#ctx0" brushRef="#br0" timeOffset="139921.8438">2849 14036 0,'40'0'0,"-40"40"16,40-40-1,-40 40 1,40-40-16,-40 41 0,40-1 0,1-40 16,-41 40-16,40-40 15,0 40-15,0-40 0,-40 40 0,40-40 16,0 0-16,-40 40 16,40-40-16,0 40 0,1 0 0,-1-40 0,0 40 15,40-40-15,-40 41 0,0-41 16,1 40-16,-1-40 0,0 0 0,0 40 0,0-40 15</inkml:trace>
  <inkml:trace contextRef="#ctx0" brushRef="#br0" timeOffset="140211.8164">3571 14116 0,'40'0'15,"-40"41"-15,0-1 16,-80 0 0,0 40 15,0 40-16,39-39 1</inkml:trace>
  <inkml:trace contextRef="#ctx0" brushRef="#br0" timeOffset="141111.7654">4334 14237 0,'40'0'15,"-80"0"-15,120 0 0,-40 0 32,0 0-32,-40-40 0,40 40 15,0-81 1,1 1 15,-41 40-31,0 0 16,-41 40 15,1 0-31,0 0 0,0 0 31,-40 80-15,-41 41 0,81-81-1,40 40 1,0-40-16,81 0 15,-81 0-15,80 0 16,40 0 0,41 1 15,-121-41-31,0 0 0,120-41 31,-160 1-31,41 40 0,-1-40 0,0 0 0,0 0 16,0-40 15,-40 40-31,40-41 31,-40 41-31,0 0 0,0 0 0,0 0 0,0 0 16,0 0 0,-40 0-1,0 0 1,0 40 31,40 40 0,0 0-32,0 0-15,0 0 0,0 0 16,0 0-16,0 0 0,0 0 0,0 1 15,40-1 1,-40 0-16,0 0 0,40 0 16,-40 0-1,40-40-15,-40 40 16</inkml:trace>
  <inkml:trace contextRef="#ctx0" brushRef="#br0" timeOffset="142131.7359">5858 13876 0,'0'40'47,"41"0"-16,-41 0-31,40-40 0,-40 40 16,40-40-16,-40 40 16,40-40-16,0 40 0,-40 1 0,40-41 0,0 40 15,0 0-15,1-40 16,-41 40-16,40-40 0,-40 40 15,40-40-15,0 0 32,-40-40-1,0 0-15,0 0-1,0 0-15,40 40 0,-40-41 0,0 1 16,0 0-16,40 40 0,-40-40 15,40 0 1,0 40-16,-40-40 0,41 40 31,-41-40-31,40 40 16,0 0 0</inkml:trace>
  <inkml:trace contextRef="#ctx0" brushRef="#br0" timeOffset="142441.7771">7102 14036 0,'0'-40'31,"0"0"-16</inkml:trace>
  <inkml:trace contextRef="#ctx0" brushRef="#br0" timeOffset="144121.6163">7142 13956 0,'-40'0'47,"0"0"109,0 0-140,0 0-16,0 40 16,0 0-16,0-40 0,-1 40 15,1 0 1,40 1-16,0-1 16,0 0-1,40-40 1,1 40-16,-1-40 0,0 40 15,0-40 1,0 0-16,0 0 0,0 0 16,0 0-1,-40-40-15,0 0 0,0 0 16,-80 40 0,80-40-16,0-1 0,-40 1 0,0 0 15,0 0 1,0 40-16,40-40 0,40 40 47,-40 40-47,40-40 0,-40 40 15,40-40-15,-40 40 0,40-40 16,-40 40-16,40-40 0,-40 41 0,40-41 0,1 40 16,-1-40-16,0 0 15,0 40-15,0-40 0,0 0 16,0 0-16,1 0 0,-1 0 15,0-40 1,0 40-16,-40-40 16,0-1-1,40 1-15,-40 0 0,0 0 0,0 0 16,0 0-16,0 0 16,0 0-16,-40 40 0,40-40 0,0 0 15,-40 40 1,40-41-16,0 1 15,0 0 1,0 0 0,0 80 46,-40-40-62,40 40 0,0 0 16,0 1-16,0-1 0,0 0 15,40-40-15,-40 40 16,40 0-16,-40 0 0,40-40 0,0 40 16,0 0-1,-40 0-15,40-40 0,-40 40 32,41-40-32,-41 41 0,40-41 15,-40 40-15,40-40 16,-40 40-16,40-40 15,0 0-15,0 0 16,-40-40 0,0 0-1,0-1 1,0 1-16,0 0 16,40 40-16,-40-40 15,0 0-15,0 0 0,0 0 16,0 0-16,0 80 62,40 0-46,-40 0 0,41 0-16,-1 0 15,0-40 1,0 40-16,0 0 15,0-40 17,-40-40-17,40 40-15,-40-40 16,40 40-16,-40-40 0,0 0 0,41 0 16,-41 0-1,0 80 32,0 0-47,40-40 0,-40 40 0,40-40 16,-40 40-1,0 0-15,40-40 0,0 40 0,0-40 32,0 0-32,0 0 15,-40 41-15,41-41 0,-1 0 16,0 0-16,0 0 0,0 0 15,0 0-15,0-41 0,0 41 0,1 0 16,-41-40 0,40 40-16,-40-40 0,40 40 0,-40-40 15,0 0-15,-40 40 47,0 40-47,40 0 16,-41-40-16,41 40 15,0 0-15,41 1 16,39-41-16,-40 0 16,0 0-1,0 0-15,0 0 0,0 0 0,41 0 0,-41 0 16,0-41-16,40 41 0,-40 0 16,41 0-16</inkml:trace>
  <inkml:trace contextRef="#ctx0" brushRef="#br0" timeOffset="145291.6086">3451 12753 0,'0'0'0,"0"-40"31,-40 40-31,40-40 15,40 40 17,0 0-17,0 0-15,0 0 16,0 0-16,1 0 0,-1-40 16,0 40-1,0-41-15,0 41 0,0 0 16,0 0-16,-40 41 15,40-41 1,-40 40-16,0 0 0,0 0 0,0 0 16,0 0-1,0 0-15,0 0 0,0 0 0,-40-40 16,40 41-16,-40-1 16,0 0-16,0-40 15,0 0 1,0 0-1,40-40-15,-40 0 16,40-1-16,-41 1 16,41 0-16,0 0 0,0 0 0,-40 0 15,40 0 1,-40 0-16,40 0 0,0-1 16,-40 41-1,40-40-15,80 40 16</inkml:trace>
  <inkml:trace contextRef="#ctx0" brushRef="#br0" timeOffset="145721.4979">4574 12512 0,'0'0'0,"-40"0"62,40 40-15,0 0-47,0 1 0,0-1 16,-40 0-16,40 0 16,0 0-16,0 0 0,0 0 0,0 0 0,0 0 15,0 1-15,0-1 0,0 0 0,0 0 0,0 0 16,0 0-16,0 0 15,0 0-15,0 0 0,-40 0 0,40 1 0,0-1 16,0 0-16,40 0 16,0-40-16</inkml:trace>
  <inkml:trace contextRef="#ctx0" brushRef="#br0" timeOffset="146271.4719">4976 12873 0,'0'40'16,"0"0"-1,0 81 1,80-1-1,0 0 17,-40-39-17,-40-41-15,40-40 0,-40 40 32,-40-40-17,40-40 1,-40 0-16,40-1 0,-40 1 0,0 0 15,40 0-15,-40 0 16,40 0-16,0 0 0,-40 0 0,40 0 0,0 0 16,0-1-16,-40 1 15,40 0-15,0 0 0,0 0 0,80 40 16,-80-40-16,40 0 16,0 40-16,-40-40 0,40 40 0,0 0 15,-40-40-15,40 40 16,1 0-1,-41 40 1,0 0-16,0 40 16,0-40-16,0 0 0,-41 0 15,41 0 1,-40-40-16,40 41 0,-40-41 0,0 40 0,0 0 16,0 0-16,0-40 15,0 0-15,40 40 0</inkml:trace>
  <inkml:trace contextRef="#ctx0" brushRef="#br0" timeOffset="147731.3689">11155 13395 0,'0'0'0,"0"-41"16,40 1-1,0 40 1,1 0 0,-1 0-16,0 0 0,-40-40 15,40 40-15,0 0 0,0 0 31,-40-40-31,40 40 0,0 0 0,-40-40 16,41 40-16,-1 0 16,-40-40-16,40 40 0,0 0 0,0 0 15,0-40-15,0 40 16</inkml:trace>
  <inkml:trace contextRef="#ctx0" brushRef="#br0" timeOffset="148201.3537">11476 13836 0,'0'0'0,"40"0"94,41 0-94,-41 0 0,0-40 15,0 40-15,0 0 0,40-40 0,-40 40 0,1-41 16,-1 41-16,40-40 15,-40 40-15,0-40 0,40 40 0,-39-40 0,-1 40 16,0 0-16,-40-40 0</inkml:trace>
  <inkml:trace contextRef="#ctx0" brushRef="#br0" timeOffset="148761.3092">12961 12994 0,'40'0'15,"0"0"1,0-41-1,0 41-15,-40-40 0,40 40 0,1 0 16,-1 0 0,0 0-16,0 0 0,-40 40 0,40-40 15,-40 41-15,40-41 0,-40 80 16,40-80-16,-40 40 0,0 0 0,0 0 16,0 0-1,0 0-15,-40-40 0,40 40 0,-40-40 16,40 40-16,-40-40 0,0 41 0,0-41 0,0 0 15,-1 40-15,1-40 16,0 0-16,0 0 0,0 0 0,0 0 31,0-40-31,120 40 32,-40-41-17,0 41-15,0 0 0,0 0 0,1 0 16,-1 0-1,0 0-15,0 41 0,0-1 0,0 0 16,-40 0-16,40 0 0,0-40 16,1 40-16,-41 0 0,40 0 15,0 0-15,0-40 16,-40 41-16,40-41 16,-40 40-16</inkml:trace>
  <inkml:trace contextRef="#ctx0" brushRef="#br0" timeOffset="149311.274">14245 12994 0,'0'-41'0,"0"82"0,40-82 15,-40 1-15,40 40 16,-40 40 15,0 1-15,0 119-1,0 0 1,0-39 15,0-81-15,40-40 0,0 40-1,0-40-15,1 0 0,-1 40 0,40 0 31,81 80-15,-81-39 0,-80-41 15,-40-40-31,-121 40 31,121-40-31,-80 40 0,79-40 0,1 0 16,-80 0-16,80 0 0</inkml:trace>
  <inkml:trace contextRef="#ctx0" brushRef="#br0" timeOffset="149561.2951">14245 13194 0,'40'-40'15,"-80"80"-15,80-120 0,0 80 16,0-40-16,0 0 0,0 40 16,1-40-1,39 40-15,121 0 16,-161 0-16,80-41 31,-80 41-31</inkml:trace>
  <inkml:trace contextRef="#ctx0" brushRef="#br0" timeOffset="150051.241">15368 13074 0,'0'40'31,"0"0"-15,0 0-1,0 0-15,0 0 0,0 0 0,0 0 16,0 1-16,0-1 0,0 0 15,41-40-15,-41 40 0,40-40 16,0 40-16,0-40 0,-40 40 31,40-40-31,0 0 32,0 0-32,0-40 0,1 40 15,-41-40-15,40 40 0,0 0 16,0 0-1,0 0-15,0 0 16,-40 40-16,40-40 16,0 40-16,-40 0 15,0 0 1,0 0-16,-40 1 16,0-1-16,-40 0 15,40 0-15,0-40 0,0 0 16,-1 40-16,1-40 0,0 0 0,0 0 15,0 0-15</inkml:trace>
  <inkml:trace contextRef="#ctx0" brushRef="#br0" timeOffset="150351.2509">15449 12994 0,'0'-41'15,"0"1"-15,80 0 16,-40 0-16,40 0 31,-40 40-31,1-40 0,-1 40 0,0 0 16,0 0-16,0 0 15,0 0-15,-40-40 0,40 40 0,0 0 0</inkml:trace>
  <inkml:trace contextRef="#ctx0" brushRef="#br0" timeOffset="151331.1608">16733 13796 0,'0'0'16,"-40"0"-16,80 0 15,-40-40 1,40 40-16,-40-41 0,40 41 31,-40-40-31,40 40 0,0-40 16,0 40-16,0 0 0,-40-40 15,41 40-15,-1 0 0,0 0 16,0 0-16,0 0 0,0 0 0,0 0 0,0 0 16</inkml:trace>
  <inkml:trace contextRef="#ctx0" brushRef="#br0" timeOffset="152001.1153">18779 12833 0,'0'0'0,"-40"0"0,0 0 16,0 0-1,80 0 17,0 0-17,-40 40-15,40-40 0,-40 40 0,40-40 16,-40 40-1,0 1-15,40-1 0,-40 0 16,41 0 0,-41 0-16,40-40 0,-40 40 0,0 0 15,0 0 1,0 0-16,40-40 0,-40 40 16</inkml:trace>
  <inkml:trace contextRef="#ctx0" brushRef="#br0" timeOffset="152491.1205">18458 12873 0,'0'-40'47,"0"0"-31,0 0-1,40 40 1,0-40-1,1 0-15,-1 40 0,0 0 0,40 0 16,-40-40-16,0 40 0,0 0 16,1-41-16,-1 41 0,0 0 0,0 0 0,0-40 15,0 40-15,0 0 16</inkml:trace>
  <inkml:trace contextRef="#ctx0" brushRef="#br0" timeOffset="152811.07">18458 13675 0,'40'-40'15,"-40"0"1,40 40-16,1 0 16,-1 0-1,0 0-15,0 0 0,0-40 0,0 40 16,0 0-16,0 0 0,1 0 0,-1-40 15,0 40-15,0 0 0,0-40 16</inkml:trace>
  <inkml:trace contextRef="#ctx0" brushRef="#br0" timeOffset="153201.1354">19782 12873 0,'0'0'15,"-40"40"1,0-40-16,0 40 15,0-40 1,40 41-16,-40-1 16,40 0-1,-40-40-15,40 40 0,0 0 16,0 0 0,0 0-16,0 0 0,0 0 0,0 0 15,0 1-15,40-1 0,-40 0 0,0 0 0,0 0 0,0 0 16,0 0-16,40-40 15,-40 40-15,0 0 0,0 1 0,0-1 0,0 0 16,0 0 0</inkml:trace>
  <inkml:trace contextRef="#ctx0" brushRef="#br0" timeOffset="153861.0139">20264 13475 0,'-40'0'15,"0"0"-15,40 40 16,-41 0-1,41 0 1,81 40 0,-41 1-1,40 39 1,-80-80 0,40 0-1,-40 0 1,0-80 31,-40 0-47,40 0 15,-40 0-15,0 0 0,40 0 16,0-1 0,0 1-16,0 0 0,0 0 15,0 0-15,0 0 0,0 0 16,0 0-16,40 0 15,-40-1-15,0 1 0,0 0 16,0 0 0,40 40-16,-40-40 0,40 40 15,-40-40-15,40 40 16,0 0-16,1 0 0,-1 40 16,0-40-1,-40 80-15,40-40 0,-40 0 16,0 1-16,0-1 0,0 0 15,-40-40-15,40 40 0,-40-40 16,0 40-16,-1-40 16,1 0-1,0 0-15,0 0 0</inkml:trace>
  <inkml:trace contextRef="#ctx0" brushRef="#br0" timeOffset="154710.9655">21829 13154 0,'-40'0'0,"-1"0"31,1 0 1,80 0 30,1 80-46,-41-40-16,40 0 15,-40 0-15,0 1 0,40-1 0,-40 0 0,40 0 16,-40 0-16,0 0 0,40 0 16,-40 0-16,0 0 0,0 1 15,0-1-15,0-80 47,0-1-31,-40 41-16,40-40 0,0 0 0,0 0 15,-40 0-15,0 40 16,40-40-16,0 0 0,-40 0 0,40 0 0,0-1 16,-41 41-16,41-40 0,0 0 15,0 0-15,0 0 0,0 0 0,0 0 16,0 0-16,0 0 0,0 0 0,0-1 0,0 1 15,41 0-15,-41 0 16,0 0-16,0 0 0,0 0 0,0 0 16,40 40-16,0 0 15,0 40 1,-40 0 0,0 0-16,0 0 0,0 0 15,0 0-15,0 0 0,0 1 0,0-1 0,-40 0 16,40 0-16,0 0 0,-40 0 15,40 0-15,0 0 0,-40-40 16,40 40 0</inkml:trace>
  <inkml:trace contextRef="#ctx0" brushRef="#br0" timeOffset="155051.0053">22551 13074 0,'0'0'0,"-40"0"0,0 80 16,0-80-16,0 40 15,40 0-15,0 0 32,40 40-17,0-80-15,-40 41 0,0-1 16,40-40-16,-40 40 0,0 80 16,0-80-16,0 0 15,-40 0 1</inkml:trace>
  <inkml:trace contextRef="#ctx0" brushRef="#br0" timeOffset="155250.9944">22310 12833 0,'0'-40'16,"0"80"-16,0-160 15,0 80 1,40 40-16</inkml:trace>
  <inkml:trace contextRef="#ctx0" brushRef="#br0" timeOffset="155550.9749">22671 12994 0,'0'40'16,"41"-40"-1,-1 40-15,40 0 32,-80 0-32,201 40 15,-161-80-15,40 0 16,0 40-16,-40-40 0,161 80 16,-161-80-16,0 41 15,0-41 1,0 40-16</inkml:trace>
  <inkml:trace contextRef="#ctx0" brushRef="#br0" timeOffset="155820.959">23594 13034 0,'-40'0'15,"80"0"-15,-80-40 0,-40-1 16,40 41 0,0 0-16,0 0 15,-1 121 1,1-81 0,40 0-16,0 40 15,0-40-15,0 0 16,0 0-16,0 1 15,0-1-15</inkml:trace>
  <inkml:trace contextRef="#ctx0" brushRef="#br0" timeOffset="156620.8397">23795 13395 0,'0'0'0,"40"0"0,0 0 16,0 0-16,0 0 0,1 0 0,-1-41 0,0 41 15,0-40-15,-40 0 0,40 40 16,0-40-16,0 0 0,-40 0 15,0 0 1,0 0-16,-40 40 16,40-40-16,-40 40 15,40-40-15,-40 40 0,0 0 16,0 0 0,40 40-16,-40-40 0,-1 0 0,1 40 15,0-40-15,40 40 16,-40-40-16,40 40 15,0 0-15,0 0 16,0 0 0,40-40-16,-40 40 0,40-40 15,-40 40-15,40-40 0,-40 41 16,41-1-16,-1 0 0,0 0 16,0-40-16,0 0 0,0 40 0,0-40 15,0 0-15,1 0 16,-1 0-16,0 0 0,0 0 0,0 0 15,0-40-15,0 40 0,0 0 16,-40-40-16,41 40 0,-1-40 0,0 0 16,-40-1-1,40 41-15,-40-40 0,40 0 0,-40 0 16,0 0-16,40 40 16,-40-40-16,0 0 0,40 0 0,-40 0 0,0 0 15,0-41-15,40 41 0,-40 0 0,0 0 0,0 0 16,0 0-16,0 0 15,-80 40-15,80-40 0,-40-1 0,40 82 79,0 39-64,0-40 1,0 0-16,0 40 0,0-40 0,0 0 15,0 41-15,0-41 16,0 0-16,0 0 0,0 0 0,0 0 0,40 0 16,-40 0-16,40 0 0,0 1 15,-40-1-15,41 0 0,-1-40 16,0 40 0,0-40-16</inkml:trace>
  <inkml:trace contextRef="#ctx0" brushRef="#br0" timeOffset="157220.8964">25681 12913 0,'0'-40'47,"40"40"-31,0 0-16,0 0 15,0 40 1,1 0-16,-41 1 0,40-1 0,-40 0 16,40 0-16,-40 0 0,0 0 0,40 0 0,-40 0 15,40 0-15,0-40 16,-40 40-16,40-40 0,-40 41 15,40-41 1,1 0-16,-1 0 31,-40-41-31,0 1 0,40 40 16,-40-40-16,0 0 16,40 0-16,-40 0 0,0 0 0,0 0 15,0 0-15,0 0 0,0-1 0,0 1 16,-40 40-1</inkml:trace>
  <inkml:trace contextRef="#ctx0" brushRef="#br0" timeOffset="158750.8043">27286 12994 0,'0'-41'15,"-40"41"1,0 0-16,40-40 0,-40 40 16,-1 0-16,1 0 15,0 0 1,0 0-16,40 40 0,-40-40 15,0 41 1,40-1-16,0 0 16,0 0-1,40 0-15,0-40 16,0 0 0,0 0-16,0 0 15,1-40 1,-1 0-1,-40 0-15,0 0 16,0-1 0,0 1-16,0 0 15,0 80 17,0 0-17,0 1 1,40-1-16,0-40 0,-40 40 15,40-40-15,0 0 16,0 0-16,-40 40 0,40-40 16,1 0-1,-1 0-15,0-40 0,0 0 16,0 0 0,-40-1-16,40 1 0,-40 0 0,0 0 15,0 0-15,0 0 0,40 0 16,-40 0-16,0 0 15,0-1-15,-80 1 0,80 0 0,0 0 16,-40 40-16,40-40 0,0 0 16,0 0-16,-40 0 15,80 40 17,0 0-17,-40 40-15,0 0 16,0 0-16,40 0 0,-40 0 15,0 0-15,0 0 16,0 1-16,40-1 0,-40 0 0,40 0 0,-40 0 16,0 0-16,41 0 0,-1 0 15,-40 0-15,0 1 0,40-1 16,-40 0 0,40-40-16,-40 40 0,40-40 0,-40 40 15,40-40-15,0 40 0,0-40 16,1 0-16,-1 0 15,0 0-15,0 0 0,-40-40 16,40 40-16,0-40 16,0 40-16,-40-40 15,0 0-15,0 0 16,0-1-16,0 1 0,-40 40 16,40-40-16,-40 0 0,0 0 15,40 0 1,0 80 15,0 0-15,40-40-16,-40 40 15,40-40-15,-40 40 0,40 0 0,0 1 16,1-41-16,-1 40 16,0 0-16,0-40 15,0 0-15,0 0 0,0 0 0,0 0 16,1 0-1,-1 0-15,-40-40 0,40 40 0,0 0 0,0 0 16,0-40 0,-40-1-16,40 1 15,-40 0 1,0 0-16,-40 40 16,0 40-1,40 0 1,0 0-16,0 1 0,0-1 31,40-40-31,-40 40 0,40-40 16,41 0-16,-41 0 15,0 0-15,0 0 0,-40-40 16,40 40-16,0-40 16,0-1-16,1 1 0,-41 0 15,0 80 16,0 0-15,0 1-16,-41-1 16,41 0-16,0 0 0,0 0 0,81-40 15,-81 40-15,40-40 0,-40 40 16,40-40-16,0 40 16,0-40-16</inkml:trace>
  <inkml:trace contextRef="#ctx0" brushRef="#br0" timeOffset="158920.7742">29974 13234 0,'0'0'16,"-40"0"-16,40-80 0,-40 80 15,40-40-15,0 0 0</inkml:trace>
  <inkml:trace contextRef="#ctx0" brushRef="#br0" timeOffset="196808.4399">6581 15560 0,'-40'0'312,"40"40"-124,0 0-157,40-40-15,-40 41-16,0-1 15,0 0 1,0 0-16,40 0 0,-40 0 0,40 0 16,-40 0-16,40 0 15,-40 1-15,40-41 0,-40 40 0,40 0 0,0 0 16,-40 0-1,41-40-15,-41 40 0,40-40 0,-40 40 0,40-40 16,-40 40 0,0-80 46,0 0-46,0 0-1</inkml:trace>
  <inkml:trace contextRef="#ctx0" brushRef="#br0" timeOffset="197728.3881">7464 15600 0,'-41'40'16,"82"-80"31,-1 40-32,0 0-15,-40-40 0,40 40 16,0 0-16,0-40 0,0 40 16,0 0-1,1 0-15,-1 0 16,-40 40 0,40 0-16,0 0 15,-40 1-15,0-1 16,0 0-16,0 0 15,0 0 1,0 0-16,0 0 16,0 0-16,-40-40 15,40 40 1,-40-40 0,0 0-1,-1 0 1,1 0-1,0 0-15,40-40 16,-40 40-16,40-40 47,40 40 31,0 0-62,-40 40-1,40-40-15,1 0 16,-41 40-16,40-40 16,0 0-16,0 41 15,0-41-15,0 0 16,-40 40-1,40-40-15,0 0 16,-40 40-16,41-40 16,-1 0-1,0 0-15,0 0 0</inkml:trace>
  <inkml:trace contextRef="#ctx0" brushRef="#br0" timeOffset="198728.3314">8868 15480 0,'-40'0'0,"0"0"15,0 0 16,-1 0-15,41 40 0,-40 0-1,40 0 1,-40 41 15,0-81-31,0 80 16,40-40-1,0 0-15,0 0 16,40-40 0,-40 40-16,40-40 15,0 0 1,-40 40-16,40-40 16,1 0-16,-1 0 0,0 0 15,0 0-15,0 0 16,0 0-16,0 0 0,0 0 15,1 0-15,-1 0 16,0 0-16,0 0 0,0-40 16,0 40-16,-40-40 31,0 0 0,-40 40-31,40-40 0,-40 0 16,40 0-1,0 0 1,-40 40 15,40-41-31,-40 41 32,40-40-1,-40 40-31,-1 0 31,1 0 32,0 0-48,0 0-15,0 0 31,40 40-15,0 1 15</inkml:trace>
  <inkml:trace contextRef="#ctx0" brushRef="#br0" timeOffset="201938.228">14646 15360 0,'0'80'16,"40"-40"-1,-40 0-15,0 0 16,40 0-16,-40 0 15,0 1-15,0-1 16,0 0-16,0 0 16,0 0-1,0 0-15,0 0 0,0 0 16,41 0 0,-41 1 15,-41-41 0,41-41-31,-40 1 16,0 0-16,40 0 0,-40 0 15,40 0 1,0 0-16,-40 0 0,40 0 0,0-1 0,0 1 16,-40 0-16,40 0 15,0 0-15,0 0 31,0 0-15,40 40-16,-40-40 16,40 40-16,-40-40 15,40 40-15,0 0 0,-40-40 16,40 40-16,1 0 16,-1 0-1,-40 40 16,0 0-15,40-40-16,-40 40 0,0 0 16,0 0-16,0 0 15,0 0 1,0 0-16,-40-40 16,0 40-1,-1 1-15,1-41 0,0 40 16,0-40-16</inkml:trace>
  <inkml:trace contextRef="#ctx0" brushRef="#br0" timeOffset="202258.1267">15409 15400 0,'0'40'15,"0"-80"-15,0 120 0,0-40 16,0 0-16,0 0 15,0 41 1,0-41-16,40 40 31,0-40-31,-40 0 16,40-40-16,-40 40 16</inkml:trace>
  <inkml:trace contextRef="#ctx0" brushRef="#br0" timeOffset="202478.1858">15328 15159 0,'-40'0'16,"0"0"-1</inkml:trace>
  <inkml:trace contextRef="#ctx0" brushRef="#br0" timeOffset="202798.1568">15689 15520 0,'0'0'0,"0"40"0,41-40 15,-1 40-15,0-40 16,40 40-16,-40-40 0,121 41 31,-121-41-31,0 0 0,0 40 0,0-40 0,0 0 16,41 40 0,-41 0-1,0 0 1,-40 0-16</inkml:trace>
  <inkml:trace contextRef="#ctx0" brushRef="#br0" timeOffset="203078.1401">16331 15440 0,'0'0'16,"0"40"-16,-40 40 15,40-40-15,-40 41 32,40-41-32,-40 40 15,0-80-15,40 40 0,0 0 16,-40 0-1,-40-40 1</inkml:trace>
  <inkml:trace contextRef="#ctx0" brushRef="#br0" timeOffset="203928.019">16773 15721 0,'40'0'0,"-80"0"0,120 0 16,-40-40-16,0 40 0,0 0 15,-40-41-15,41 41 0,-1-40 16,0 0-1,0 40-15,40-80 16,-80 40-16,0 0 16,-40 40 15,40-40-31,-120 40 16,80 0-16,-1 0 15,1 0-15,0 40 0,-40 0 31,80 0-31,-40-40 0,40 40 0,-40-40 16,0 80 0,-1-80-16,41 40 15,0 1-15,41-41 16,-41 40 0,40-40-16,0 40 15,-40 0-15,40-40 0,0 0 16,0 0-16,0 0 0,0 0 0,1 40 15,-1-40-15,0 0 16,0 0-16,0 0 0,0 0 0,0 0 16,0-40-16,1 40 0,-1 0 0,-40-40 15,40 40-15,0-40 16,0 40-16,-40-40 0,40 40 0,0 0 0,-40-41 16,40 41-16,-40-40 0,41 40 15,-41-40-15,40 0 0,-40 0 16,40 40-16,-40-40 15,0 0-15,0 0 0,0 0 16,0 0-16,-40-1 0,0 1 0,40 0 16,-81 40-16,81-40 0,-40 40 15,0-40-15,0 40 0,0 0 16,80 0 31,0 0-32,-40 40 1,40-40-16,-40 40 0,0 0 16,0 0-16,0 1 0,0-1 0,0 0 15,0 0-15,0 0 16,0 0-16,0 0 0,40 0 0,-40 0 16,0 0-1,40-40-15,-40 41 0,41-41 0,-41 40 0,40-40 16,-40 40-16,40-40 0,0 40 15,0-40-15,0 0 0</inkml:trace>
  <inkml:trace contextRef="#ctx0" brushRef="#br0" timeOffset="204577.9778">18859 15199 0,'0'-40'15,"0"80"-15,0-120 31,0 120 16,-40 0-47,40 0 16,-40-40 0,0 41-16,0-41 0,40 40 15,0 0-15,-40-40 16,40 40-16,0 0 15,-40-40 1,40 40-16,-40-40 16,40 40-16,-41-40 15,82 0 32,-1 0-31,0 0-1,0 0 1,0 0-16,0 0 16,0 40-16,0-40 15,-40 40-15,41-40 0,-1 40 0,0-40 0,-40 41 16,40-41-16,0 40 0,0-40 16,0 40-16,0 0 0,1-40 0,-1 40 15,0-40 1,0 0-1,0 0 1,0-40-16</inkml:trace>
  <inkml:trace contextRef="#ctx0" brushRef="#br0" timeOffset="205107.9546">19863 15079 0,'0'40'0,"-41"-40"16,1 0-1,40 40-15,-40-40 0,40 40 32,0 0-17,0 1 1,40-1-16,-40 0 0,40-40 15,-40 40-15,41-40 0,-1 40 16,-40 0-16,40-40 0,0 40 0,-40 0 0,40 0 16,0 0-16,-40 1 0,40-1 15,-40 0 1,40-40-16</inkml:trace>
  <inkml:trace contextRef="#ctx0" brushRef="#br0" timeOffset="205788.0027">20344 15039 0,'40'0'0,"-80"0"0,201 0 31,-121 0-31,0 0 16,-40 40-1,0 0-15,40-40 16,-40 40-16,0 0 0,40-40 0,-40 40 16,0 1-1,40-41-15,-40 40 0,0 0 0,0 0 16,0 0 0,0 0-16,-40-40 0,40 40 15,-40-40-15,0 0 16,0 0-1,0 0 1,40-40-16,-41 40 0,1 0 16,40-40-16,40 40 62,1 0-46,-1 0-1,0 40-15,0 0 16,0-40-16,-40 80 0,40-80 0,-40 40 0,40-40 16,-40 41-16,40-1 0,1 0 15,-41 0-15,40 0 16,0 0 0,0-40-16,-40 40 15,40-40-15,0 0 16</inkml:trace>
  <inkml:trace contextRef="#ctx0" brushRef="#br0" timeOffset="206397.9621">21387 15360 0,'0'-40'32,"-40"40"-32,0 0 31,0 0-31,0 0 15,0 40-15,0-40 16,-1 40-16,41 0 16,0 0-16,0 0 31,41 0-31,-41 0 16,40-40-16,0 40 15,0-40-15,0 41 0,0-41 16,-40 40-16,40-40 15,0 0-15,1 0 0,-1 0 16,0 0-16,0 0 16,0 0-1,0-40 1,-40-1 0,0 1-16,0 0 15,0 0-15,0 0 16,-40 40-1,40-40-15,-40 40 32,40-40-32,-40 40 0,0 0 15,0 0-15,-1 0 16,1 0 0</inkml:trace>
  <inkml:trace contextRef="#ctx0" brushRef="#br0" timeOffset="207637.8889">23715 15520 0,'-40'0'16,"-1"0"15,41-40-31,-40 40 15,0 0 1,40-40-16,40 40 47,0 0-16,-40-40-31,41 40 16,-1 0-16,0 0 15,0 0-15,0 0 0,0 0 0,0-40 16,41 40-16,-41 0 0,40 0 0,-40 0 0,0 0 16,40 0-16,-39 0 15,39 0-15,-40 0 0,0 0 0,0 0 0,0 0 16,0 0-16,1 0 0,-1 0 16,0 0-16,0 0 0,0 0 31,0 0-31,-40-40 0,40 40 15,0-40-15,1 40 0,-1-41 16,0 41 0,0 0-16,-80 0 47,40 41-32</inkml:trace>
  <inkml:trace contextRef="#ctx0" brushRef="#br0" timeOffset="208347.8467">24718 15159 0,'-40'0'0,"0"0"15,80 0 48,0 0-48,0 0 1,0 0-16,0 0 16,0 0-1,0 0-15,1 0 0,-1 0 16,0 40-16,0-40 0,0 0 16,0 0-16,0 0 0,0 0 0,1 0 15,-41 40 1,40-40-16,-40 41 0,40-41 15,-40 40 17,0 0-17,0 0 1,0 0 0,0 0-1,0 0-15,-40-40 16,40 40-16,-40-40 15,-1 40-15,1-40 16,0 0 0,40 40-16,0 1 47,40-41-47,0 0 31</inkml:trace>
  <inkml:trace contextRef="#ctx0" brushRef="#br0" timeOffset="209757.6778">27607 14798 0,'0'40'16,"-40"-40"-1,0 0 48,0 0-63,40 40 16,-41-40-16,1 0 15,40 41-15,-40-41 0,0 0 0,0 40 16,0-40-1,0 0-15,40 40 16,0 0 0,0 0-1,0 0-15,0 0 16,0 0 0,0 0-16,0 1 15,0-1-15,0 0 16,40 0-16,-40 0 0,0 0 15,40-40-15,-40 40 0,40-40 0,0 0 16,-40 40-16,40-40 16,0 40-16,1-40 15,-1 0-15,0 0 16,0 0 0,0 0-1,0-40 1,0 40-1,0 0-15,-40-40 16,41 40-16,-41-40 31,40 40-31,-40-40 16,40 40-16,-40-40 16,40 0-16,-40 0 31,0 0-31,0-1 15,0 1 1,40 0 0,-40 0-16,0 0 15,0 0 1,0 0-16,-40 0 0,40 0 31,-40 40-31,40-41 16,-40 41-1,0 0 17,-1 0-17,1 0 1,0 0 0</inkml:trace>
  <inkml:trace contextRef="#ctx0" brushRef="#br0" timeOffset="212967.5712">15007 17124 0,'0'0'0,"0"-40"16,0 0 109,40 40-110,-40 80 1,41-80-16,-41 81 16,40-81-16,-40 40 15,0 0-15,40-40 0,-40 40 0,0 0 0,40-40 16,-40 40-16,0 0 0,0 0 15,40-40-15,-40 40 0,0 1 0,0-1 16,0 0-16,0 0 0,0 0 16,40-40-1,-40 40-15,0 0 16,0 0 0,40-40-16,-40-40 46,0 0-30,0 0 0,0 0-16,0 0 0,0 0 0,0 0 15,0-1 1,0 1-16,0 0 0,0 0 0,0 0 16,0 0-16,0 0 15,0 0-15,0 0 0,-40 40 16,40-41-16,0 1 15,0 0-15,0 0 16,0 0 0,0 0 46,40 40-62,0 0 16,1 0-16,-1 40 15,0 0-15,0 0 0,0-40 16,0 40 0,-40 0-16,0 1 0,0-1 31,0 0-31,-40-40 0,0 40 16,0-40-1,0 40-15,0-40 0,-1 0 16,1 0-16,40 40 0,-40-40 15,80 0 1,41 0 0,-41 0-1,0 0-15,-40-40 0</inkml:trace>
  <inkml:trace contextRef="#ctx0" brushRef="#br0" timeOffset="213307.4663">16091 17084 0,'0'40'46,"0"0"-30,0 1-16,0-1 0,0 0 16,40 0-16,-40 0 15,0 0 1,0 0 0,0 0-1,0 0 1</inkml:trace>
  <inkml:trace contextRef="#ctx0" brushRef="#br0" timeOffset="213507.4479">15970 16643 0,'0'0'0,"-40"0"0,0 0 32</inkml:trace>
  <inkml:trace contextRef="#ctx0" brushRef="#br0" timeOffset="213857.4222">16331 17004 0,'0'0'0,"41"40"16,-1-40-1,40 40 1,-40-40-16,40 80 16,-40-80-16,1 0 0,-41 41 15,40-41-15,80 40 16,-80 0-1,0-40-15,81 40 16,-81 0-16,0 0 16,0-40-16,-40 40 15</inkml:trace>
  <inkml:trace contextRef="#ctx0" brushRef="#br0" timeOffset="214157.4079">17054 17084 0,'0'0'0,"0"40"0,-40-40 0,40 40 15,-41-40-15,41 41 16,-40-41-16,40 40 0,-40-40 15,40 40 1,-40-40-16,40 40 16,0 0-1,0 0 1,-40-40-16,40 40 0,0 0 16,40-40-1,-40 40-15,40-40 0,0 0 16</inkml:trace>
  <inkml:trace contextRef="#ctx0" brushRef="#br0" timeOffset="215027.3639">17736 17245 0,'0'0'0,"40"0"0,0 0 16,0 0-16,-40-40 0,40 40 16,0-41-1,1 41 1,-41-40-16,40 40 15,-40-40-15,40 40 16,-40-40-16,0 0 16,0 0-1,-40 0 1,0 40 0,-1 0-1,1 0 1,0 40-1,40 0-15,-40-40 0,40 40 0,-40 0 16,40 0 0,0 0-16,0 1 15,40-1 1,0 0-16,0 0 0,0 0 16,1-40-16,-41 40 15,40-40-15,0 40 0,0-40 16,0 0-16,0 0 15,0 0-15,1 0 16,-1-40-16,0 40 0,0 0 16,-40-40-16,40 40 0,-40-40 15,40 0-15,0 0 0,0 0 16,1-1 0,-41 1-16,0 0 0,0 0 15,0 0-15,0 0 0,0 0 16,0 0-16,0 0 0,-41 0 0,1-1 15,40 1-15,0 0 0,0 0 16,-40 40 0,40 40 46,0 0-46,0 0-16,0 1 15,40-41-15,-40 40 0,0 0 0,0 0 0,0 0 16,40 0-16,-40 0 0,41 0 0,-41 0 0,40 0 16,-40 1-1,40-1-15,-40 0 0,40-40 0,-40 40 16,0 0-16,40-40 16,-40 40-16,40-40 0</inkml:trace>
  <inkml:trace contextRef="#ctx0" brushRef="#br0" timeOffset="216057.292">19301 16804 0,'0'40'15,"-40"-40"-15,80 0 94,-40 40-78,40-40 15,0 0-15,0 0-1,0 0-15,0 0 31,1 0 16,-1 0-47,0 0 0,0 0 16,0 0-16,0 0 0,0 0 16,0 0-16,1 0 0,39 0 0,-40 0 0,0 40 15,40-40-15,-40 0 16,41 0-16,-41 40 0,40-40 0,-40 0 0,0 0 15,0 40-15,1-40 0,-1 0 16,-80 0 15,-1 0-15,1 0-16,0 0 16,0 0-16,0 0 15,40 40-15,-40-40 16,0 0 78,0 0-79,40 40 63,-41-40-62,41 40-16,0 0 0,-40-40 0,40 41 16,-40-41-16,40 40 15,-40-40-15,40 40 0,-40 0 0,0 0 16,40 0-16,-40 0 15,0 0-15,40 0 0,-41-40 16,41 41-16,-40-41 0,40 40 0,-40-40 16,40 40-16,-40-40 15,40 40-15,-40-40 0,0 40 0,0 0 16,0 0 0,40 0 15,40-40-31,0 0 15,-40-80-15</inkml:trace>
  <inkml:trace contextRef="#ctx0" brushRef="#br0" timeOffset="216577.2776">20986 16563 0,'0'0'0,"-40"0"0,0 0 16,0 0-1,40 40 1,0 0 0,40-40-16,40 80 15,-80-40-15,40 1 16,-40-1-16,40-40 0,-40 40 16,40 0-16,-40 0 0,0 0 0,0 0 15,0 0-15,0 0 16,41 0-16,-41 1 0,0-1 0,0 0 15,0 0-15,0 0 16,-41-40 0</inkml:trace>
  <inkml:trace contextRef="#ctx0" brushRef="#br0" timeOffset="217167.3208">21548 16763 0,'0'-40'0,"40"40"31,0 0-15,0 0-16,0 0 15,0 0-15,1 0 16,-1 0-16,0 40 0,0 1 16,0-41-1,-40 40-15,0 0 0,40-40 16,-40 40-16,0 0 0,0 0 15,0 0-15,-40-40 0,40 40 16,-40-40-16,40 40 0,-80-40 0,40 0 16,-1 0-16,1 0 15,0 0-15,0 0 16,40-40-16,40 40 47,-40-40-47,40 40 0,0 0 15,1 0-15,-1 0 0,0 0 16,0 40-16,0-40 16,0 40-16,0-40 0,1 0 0,-1 40 15,0 1 1,0-41-16,-40 40 0,0 0 16,0 0-1</inkml:trace>
  <inkml:trace contextRef="#ctx0" brushRef="#br0" timeOffset="217767.2022">22671 16884 0,'0'-40'0,"-40"40"78,40 40-78,0 0 16,0 0-1,0 0-15,40 0 16,-40 0 0,41-40-16,-41 40 0,40-40 0,0 0 15,-40 40-15,40-40 0,-40 41 16,40-41-16,0 0 31,0-41-15,0 1-1,1 40 1,-41-40-16,40 40 0,0 0 0,-40-40 16,40 40-1,-40-40-15,0 0 16,-40 40-1,40-40-15,-40 40 16,40-40-16,-40 40 0,-1 0 0,1-40 16,0 40-1,0 0-15,0 0 16,40 40 0,0 0-16</inkml:trace>
  <inkml:trace contextRef="#ctx0" brushRef="#br0" timeOffset="218257.1634">24597 17044 0,'-40'0'16,"0"0"-16,0 0 15,0 0-15,0 0 0,0 0 16,0 0-16,-1 0 0,1 0 15,40-40 1,40 40 0,1 0-16,-1 0 15,0 0 1,0 0-16,0 0 0,0 0 16,0 0-16,0 40 15,1-40-15,-1 0 0,0 0 0,0 0 0,0 0 16,0 0-16,0 0 0,0 0 0,1 0 0,-1 0 15,-40-40 1,40 40-16,-40-40 0,40 40 16,0 0-1,0 0 17,0 0-32</inkml:trace>
  <inkml:trace contextRef="#ctx0" brushRef="#br0" timeOffset="218747.2249">25159 16603 0,'0'0'0,"-40"0"0,120 0 31,-40 0-15,81 0 0,-81 40 15,0 0-31,-40 0 0,40-40 0,0 40 15,1-40 1,-1 0 0,-40 41 15,0-1-15,-40-40-1,40 40 1,-41 40-1,1 0 1,40-40-16,-40 0 31,40 0-31,0 1 0</inkml:trace>
  <inkml:trace contextRef="#ctx0" brushRef="#br0" timeOffset="219427.1035">26403 16603 0,'0'-40'15,"40"40"1,0 0-16,-40-40 0,41 40 15,-1 0-15,0 0 0,0 0 0,0 0 16,0 0-16,0 0 0,0 0 16,1 0-16,-41 40 0,40-40 15,0 0 1,-40 40-16,0 0 0,0 0 0,0 0 31,-40 0-31,40 1 0,-40-1 16,40 0-16,-41 0 0,41 0 15,0 0-15,-40-40 16,40 40-16,-40 0 0,0-40 16,0 40-16,0-40 15,0 0 1,40-40 0,0 0-16,-40 40 0,40-40 31,40 40-16,40 0-15,-40 0 16,0 0-16,0 0 16,0 40-16,1-40 0,-41 40 0,40-40 15,-40 40-15,40-40 16,0 40-16,0-40 0,-40 41 0,0-1 31,0 0-31,-40-40 16</inkml:trace>
  <inkml:trace contextRef="#ctx0" brushRef="#br0" timeOffset="219997.0632">27326 16643 0,'0'0'15,"40"0"1,-40 40 15,0 0-31,0 0 16,0 1-16,-40-41 15,40 40-15,0 0 0,0 0 16,0 0-16,0 0 16,0 0-16,0 0 31,40-40-31,-40 40 0,40-40 15,0 0-15,1 0 0,-1 0 16,0 0-16,0 0 0,-40 40 16,40-40-16,0 0 0,0 0 0,0 0 15,1 0 1,-1 0 15,-40 41-31,0-1 16,-40 0-16,-1 0 15,1 0 1,0-40-16,0 0 16,40 40-16,-40-40 15,0 0-15,0-40 16,40 0 0,-40 40-16</inkml:trace>
  <inkml:trace contextRef="#ctx0" brushRef="#br0" timeOffset="220327.0493">27045 16483 0,'0'-40'16,"0"-1"0,40 41-1,-40-40-15,40 0 0,-40 0 16,41 40-16,-41-40 0,40 0 16,0 40-16,0 0 15,0 0 1,-40 40-1,40-40-15,0 0 16,0 0 0</inkml:trace>
  <inkml:trace contextRef="#ctx0" brushRef="#br0" timeOffset="220977.0007">28129 16202 0,'0'0'0,"0"40"0,0 0 16,40-40-1,-40-40 17,40 40-32,-80 40 31,40 0-15,-40-40-16,40 40 15,0 0-15,-41 1 0,41-1 16,0 0-16,41 0 0,-41 0 15,40-40 1,-40 40-16,40-40 0,-40 40 0,40-40 0,-40 40 16,40-40-1,0 0 1,-40-40 0,40 40 15,0 0-16,1 0-15,-41 40 0,40-40 0,0 40 16,0-40-16,0 41 16,-40-1-16,40-40 0,-40 40 0,40-40 15,-40 40 1,40 0-16,-40 0 0,0 0 16,0 0-1,-40-40-15,0 40 16,0-40-16,0 0 0,0 0 15,0 0 1,0 0-16,-1 0 0,41-40 0,-40 40 16,0-40-16,40 0 15,-40 40-15,40-40 0,-40 0 0</inkml:trace>
  <inkml:trace contextRef="#ctx0" brushRef="#br0" timeOffset="221247.0202">28249 16082 0,'0'40'0,"-40"-80"15,80 40-15,-120 0 0,160 0 16,-40 0-1,0-40-15,0 40 0,0 0 16,41 0-16,-41 0 0,40 0 0,0-41 0,-40 41 16,41 0-16,-41 0 15,40 0-15,-40 0 0,0-40 0,1 40 0,-1 0 16,0 0-16,-40-40 0,40 40 16</inkml:trace>
  <inkml:trace contextRef="#ctx0" brushRef="#br0" timeOffset="293612.6682">1525 400 0,'-40'0'16,"0"0"15,-1 0 16,41 41-32,0-1 485,0 0-484,0 0-16,0 0 16,41 0-1,-41 0-15,40 0 0,-40 0 16,40-40-16,-40 41 15,40-1-15,-40 0 32,0-120-1,40 80-31</inkml:trace>
  <inkml:trace contextRef="#ctx0" brushRef="#br0" timeOffset="294172.634">1284 521 0,'-40'0'0,"0"0"31,40-40-15,0 0 46,-40 40-31,80 0 1,0 0-17,0-41-15,0 41 0,-40-40 16,40 40-16,0 0 0,-40-40 16,41 40-16,-1 0 0,0-40 0,0 40 31</inkml:trace>
  <inkml:trace contextRef="#ctx0" brushRef="#br0" timeOffset="294692.6034">1364 1002 0,'0'40'16,"0"-80"-16,40 80 62,1-40-31,-41-40-31,40 40 0,0 0 16,0-40-16,0 40 16,0-40-16,0 40 0,0 0 15,1 0 1,-1 0-16,0 0 0,0 0 15,-40-40-15,40 40 0,0 0 16</inkml:trace>
  <inkml:trace contextRef="#ctx0" brushRef="#br0" timeOffset="295402.5603">2167 641 0,'-40'0'15,"80"0"48,-40 40-63,40-40 16,-40 40-16,40-40 15,-40 40-15,40-40 16,-40 41-16,0-1 15,40-40-15,-40 40 16,40-40 0,-40-40 46,0 0-46,0-1-16,0 1 0,0 0 15,41 0-15,-41 0 32,40 40-1,0 0-15,0 0-1,-40 40 16,40-40-31,-40 40 16,0 0-16,0 0 16,40 1-1,-40-1 17,40-40-32,0 40 15,1-40 1</inkml:trace>
  <inkml:trace contextRef="#ctx0" brushRef="#br0" timeOffset="295882.5469">3090 200 0,'0'0'0,"0"40"31,0 0 0,0 0-15,0 0 0,0 0-1,0 1 1,0-1-16,0 0 15,40 0-15,-40 0 0,40 0 16,-40 0-16,0 0 0,0 0 0,40-40 0,-40 41 16,0-1-16,40 0 15,-40 0-15,40-40 0,-40 40 16,40-40 0,-40 40-16,41-40 0,-1 0 0</inkml:trace>
  <inkml:trace contextRef="#ctx0" brushRef="#br0" timeOffset="296212.5273">3009 681 0,'0'0'15,"41"0"-15,-1 0 16,0 0-1,0-40-15,40-40 32,-40 80-32,41-40 0</inkml:trace>
  <inkml:trace contextRef="#ctx0" brushRef="#br0" timeOffset="296732.4975">3732 601 0,'40'0'0,"0"0"15,0 0 1,0 0-16,0 0 47,-40-40-16,0 0 0,-40 40 0,0 0-15,0 0-16,0 0 0,0 40 16,0 0 15,40 0-15,0 0-16,0 0 31,0 0-16,40-40 1,0 0 0,0 0-16,0 0 0,0 0 15,0 0 1</inkml:trace>
  <inkml:trace contextRef="#ctx0" brushRef="#br0" timeOffset="297272.4487">4414 441 0,'0'40'15,"0"0"17,40-40-32,-40 40 0,40-40 15,-40 40-15,40-40 16,-40 40-16,0 0 31,0-80 16,0 0-16,40 40-31,-40-40 0,41 40 16,-41-40-16,40 0 16,0 40 15,-40 40-16,40-40 1,-40 40 0,40-40-16,-40 40 0,0 0 31,40-40-31,-40 40 0,0 0 31,40-40-31</inkml:trace>
  <inkml:trace contextRef="#ctx0" brushRef="#br0" timeOffset="297812.4322">5337 400 0,'0'41'78,"-40"-41"-78,40 40 16,-40-40-16,40 40 16,0 0-1,0 0 17,40 0-1,0-40-31,-40 40 15,40-40-15,0 0 32,0 40-32,-40 0 31,0 1-31,-40-1 16,0-40-1,40 40-15,-40-40 0,0 0 16,0 0-1,-1 0-15,1 0 0,0-40 16</inkml:trace>
  <inkml:trace contextRef="#ctx0" brushRef="#br0" timeOffset="298142.4887">5899 441 0,'0'40'0,"-41"-40"16,41 40 15,0 0-31,0 0 31,41 0-31,-1-40 16,-40 40 0</inkml:trace>
  <inkml:trace contextRef="#ctx0" brushRef="#br0" timeOffset="298402.3824">5778 360 0,'0'0'15,"-40"-40"1,40 0 0,80 0-16</inkml:trace>
  <inkml:trace contextRef="#ctx0" brushRef="#br0" timeOffset="298972.3513">6661 360 0,'0'-40'0,"0"0"32,-40 40-32,40 40 140,-40-40-140,40 40 0,-40-40 16,40 40-16,0 1 16,-41-1-16,41 0 15,0 0 1,0 0-16,0 0 15,0 0-15,0 0 16,41-40-16,-41 40 16,40-40-16,0 0 15</inkml:trace>
  <inkml:trace contextRef="#ctx0" brushRef="#br0" timeOffset="299692.3097">6420 561 0,'40'0'31,"0"0"-31,1 0 15,-1 0-15,0 40 0,0-40 16,0 0 0,0 0-16,0 0 0,0 0 15,1 0 1,-1 0-16,0-40 16,0 40-1,-40-40-15,40 40 16,-40-40-1,0 80 32,40 0-15,0-40-32,-40 40 0,40-40 15,1 0-15,-1 40 16,0-40-16,0 0 15,0 0-15,-40-40 16,40 40 0,-40-40-16,0 0 15,40 0 1,-40 80 46,0 0-62,41 0 16,-41 0-16,40-40 0,-40 40 0,0 0 16,0 0-1,0 1-15,0-1 0,0 0 16,0 0-16,-40 0 16,40 0-16,-41 0 0,41 0 0,-40 0 0,0 0 15,0 1 1,0-1-16,40 0 0,-40-40 0,40 40 0,-40-40 15,-1 40-15,1-40 16</inkml:trace>
  <inkml:trace contextRef="#ctx0" brushRef="#br0" timeOffset="300442.3539">8828 360 0,'0'0'0,"-40"0"16,40 40 62,0 1-78,0-1 16,0 0-16,0 0 15,0 0-15,0 0 0,0 0 32,0 0-32,40-40 0,-40 40 0,40-40 15,-40 41-15,0-1 16,0 0-16</inkml:trace>
  <inkml:trace contextRef="#ctx0" brushRef="#br0" timeOffset="300792.0049">8507 681 0,'0'-40'15,"0"80"-15,-40-80 16,0 40-16,80 0 47,0 40-47,0-40 15,0 0-15,0 0 16,0 0-16,0 0 0,1 0 0,-1-40 16,0 40-16,0 0 0,0 0 15,0 0-15,0 0 0,0 0 0,1-40 16,-1 40-16,0 0 0,0-40 0</inkml:trace>
  <inkml:trace contextRef="#ctx0" brushRef="#br0" timeOffset="301201.9765">9430 521 0,'0'40'16,"40"-40"-16,0 40 15,0 0 1,0-40-16,-40 40 0,0 0 16,40-40-1,-40 40-15,0 1 0,0-1 16,-40-40-1,40 40 1,-40-40-16,0 0 0,0 0 31,40-40-15,0 0 0,0-1-16,40 41 15,0 0 1,-40-40-16,40 40 0,0-40 0,0 40 15,1-40-15,-1 40 16,-40-40 0,40 40-16</inkml:trace>
  <inkml:trace contextRef="#ctx0" brushRef="#br0" timeOffset="301801.9409">10312 561 0,'-40'40'15,"80"-80"-15,-120 80 32,40-40-1,40 40-31,-40-40 0,40 40 16,0 0-1,0 0-15,40-40 16,-40 41-16,40-1 0,0-40 15,0 0-15,1 0 16,-1 0-16,0 0 0,0-40 16,0 40-1,-40-41-15,0 1 0,0 0 32,0 0-32,-40 0 15,0 40 1,80 0 31,-40 40-16,0 0-31,0 0 0,0 0 16,40-40-1,-40 41-15,40-41 0,-40 40 0,40-40 16,0 0-16,1 0 0,-1 0 15</inkml:trace>
  <inkml:trace contextRef="#ctx0" brushRef="#br0" timeOffset="302321.8748">10914 521 0,'0'0'0,"0"40"16,0 0-1,41 0 1,-1 0-16,-40 0 31,40-40-31,-40 40 16,0-80 46,40 40-62,-40-40 16,40 0-16,0 40 0,-40-40 15,40 0 1,0 40 15,-40 40-15,0 0-16,0 0 31,0 0-31,41-40 0,-41 40 16,40-40-16,0 0 15,0 0 1,0 0-16</inkml:trace>
  <inkml:trace contextRef="#ctx0" brushRef="#br0" timeOffset="302871.5756">11797 481 0,'40'0'0,"-40"-40"16,-40 40 31,0 40-47,0-40 15,0 40-15,0-40 0,0 40 16,40 0 0,0 0-1,40-40 1,-40 40-16,40-40 0,0 0 0,0 0 16,0 40-16,0-40 0,0 0 15,1 0-15,-1 0 0,0 40 0,0-40 0,0 0 16,0 41-1,-120-41 1,80 40-16,-80-40 0,40 0 16,40 40-16,-81-40 0,41 0 15,0 40-15,0-40 0,0 0 16</inkml:trace>
  <inkml:trace contextRef="#ctx0" brushRef="#br0" timeOffset="303060.358">12600 842 0</inkml:trace>
  <inkml:trace contextRef="#ctx0" brushRef="#br0" timeOffset="305497.8049">1605 1483 0,'40'0'15,"-40"40"79,0 1-63,0-1-31,0 0 0,0 0 16,0 0-16,0 0 15,0 0-15,0 0 0,40-40 16,-40 40-16,0 0 16,0 1-1</inkml:trace>
  <inkml:trace contextRef="#ctx0" brushRef="#br0" timeOffset="305847.7848">1645 1684 0,'0'0'16,"0"-40"0,-40 40-16,40-40 15,0 0-15,40 40 16,-40-41 0,0 1-16,0 0 31,40 40-16,-40-40 1,40 40 0,1 0-16,-41-40 0,40 40 0,0 0 15</inkml:trace>
  <inkml:trace contextRef="#ctx0" brushRef="#br0" timeOffset="306167.7248">1605 1764 0,'40'0'31,"0"0"-15,0 0-1,1-40-15,-1 40 0,0 0 0,0-40 16,0 40-16,0 0 15,0 0-15,-40-40 0</inkml:trace>
  <inkml:trace contextRef="#ctx0" brushRef="#br0" timeOffset="306757.6701">2528 1403 0,'0'40'0,"40"-40"47,0 0-32,0 40-15,0-40 16,-40 40-16,41-40 16,-41 41-16,40-41 15,0 0-15,-40 40 32,-40-40-1,80 0 16,-40-40-16,0-1-31,0 1 16,0 0-1,0 0-15,40 40 0,-40-40 16,0 0-1,40 40 1,-40-40-16,40 40 31,0 0-15,0 0 0,1-40-16</inkml:trace>
  <inkml:trace contextRef="#ctx0" brushRef="#br0" timeOffset="308047.5768">3290 1443 0,'0'40'16,"40"-40"-16,1 0 0,-1 0 16,0 0-1,0-40-15,0 40 0,0 0 16,0-40-16,1 40 16,-1 0-16,-80 0 46,40-40-14,-41 40-32,1 0 31,0 0-15,40 40-1,-40-40-15,40 40 31,0 0-15,0 0-16,0 1 16,0-1-1,40-40 1,-40 40 0,40-40-16,0 0 0,1 0 15,-1 0-15,0 0 16,0 0-16,0 0 0,0 0 15,-40-40-15,40 40 0,0 0 16,-40-40-16,41 40 16,-41-41-16,40 41 0,0-40 0,-40 0 15,40 40-15,-40-40 16,0 0-16,0 0 31,-40 40-31,0 0 31,0 0 16,40 40-31,0 0 0,40-40 15,0 0-16,0 0 1,-40-40 15,0 0-15,-40 40 0,40 40 62,0 0-63,0 0-15,0 0 0,0 0 16,0 1 0,0-1-16,0 0 0,0 0 15,0 0 1,-40 0-16,40 0 15,0 0-15,40 0 32,0-40-32,-40-40 62,0 0-46,0 0-1,40 40-15,-40-40 16,40 40-16,-40-40 0,40 40 0,-40-40 16,40 40-1,-40-40-15,41 40 0,-41-40 16,40 40-16,0 0 16,0 0 15,-40-41-31</inkml:trace>
  <inkml:trace contextRef="#ctx0" brushRef="#br0" timeOffset="308977.5216">5899 1002 0,'0'0'0,"-41"0"16,82 0 15,-1 0-15,0 0-16,-40 40 62,-40-40-46,0 0 31,-1 0 15,41 40-31,0 0 1,-40 0-32,40 1 0,0-1 15,0 0-15,0 0 16,0 0-16,0 0 0,0 0 16,0 0-1,0 0-15,0 1 16,81-41-16,-81 40 0,40-40 15,-40 40-15,40-40 0,0 0 0,0 0 16,0 0-16,0 0 0,0 0 16,1 0-1,-1-40-15,-40 0 0</inkml:trace>
  <inkml:trace contextRef="#ctx0" brushRef="#br0" timeOffset="309277.5618">5698 1403 0,'0'0'15,"0"40"1,40-40 0,40 0-1,41-80 17,-81 80-32,0 0 0,40-40 15</inkml:trace>
  <inkml:trace contextRef="#ctx0" brushRef="#br0" timeOffset="309647.5594">6220 1323 0,'0'0'16,"80"0"15,0 40-15,0 0-1,-80 40 1,0-40-16,-40 1 31,40-1-31,-40-40 0,40 40 32,0-80 14,40 40-46,-40-40 16,0-1-16,40 41 16,-40-40-16,0 0 0,40 40 31,-40-40-31,41 40 0,-1 0 16,-40-40-16,40 40 15,0 0-15,0 0 0,0 0 0,-40-40 0</inkml:trace>
  <inkml:trace contextRef="#ctx0" brushRef="#br0" timeOffset="310147.5294">7183 1323 0,'0'40'0,"-41"-40"16,1 0 0,40 40-16,-40-40 0,40 40 15,-40-40-15,0 40 16,0 0-16,40 1 16,0-1-1,40-40 16,0 0-31,0 0 0,0 0 16,-40-40-16,40 40 0,-40-41 16,41 41-1,-41-40-15,0 0 0,0 0 16,-41 40 0,41-40-16,0 120 62,41-80-62,-41 40 16,40-40-16,-40 40 0,0 1 0,40-1 15,-40 0 1,40-40-16,-40 40 0,0 0 16,40-40-1</inkml:trace>
  <inkml:trace contextRef="#ctx0" brushRef="#br0" timeOffset="310597.5025">7584 1363 0,'40'0'46,"-40"40"-30,40 0 0,0 0-1,-40 0 1,0 1-16,40-41 47,1-41-32,-41 1 1,40 0-16,-40 0 16,40 40-16,-40-40 15,40 40-15,-40-40 0,40 40 16,-40 40 15,40 0-15,-40 0-16,0 0 0,40-40 15,-40 40-15,0 1 16,40-41 0</inkml:trace>
  <inkml:trace contextRef="#ctx0" brushRef="#br0" timeOffset="310947.48">8507 1162 0,'-40'0'15,"0"0"1,40 41-16,0-1 15,40 0 17,0 0-17,-40 0 1,0 0-16,0 0 0,0 0 16,0 0-1,40-40-15,-40 41 0,0-1 16,-40-40-1,0 0 1,40-40-16</inkml:trace>
  <inkml:trace contextRef="#ctx0" brushRef="#br0" timeOffset="313387.2533">923 2366 0,'0'40'172,"0"0"-172,0 0 15,0 0-15,0 0 16,40 0 0,-40 0-16,0 0 0,0 1 15,0-1-15,0 0 16,0 0-16,40-40 16</inkml:trace>
  <inkml:trace contextRef="#ctx0" brushRef="#br0" timeOffset="314057.2956">1083 2646 0,'0'0'0,"41"-40"15,-1 40 48,0 0-48,0 0-15,0-40 16,0 40-16,0-40 0,0 40 0,1 0 16,-1 0-16,-40-40 0,40 40 15,0 0-15,0-40 0,0 40 0,-40-40 16,40 40 0,-80-40-1,0 40 1,0 0-16,40-40 15,0-1 17,-40 41 46,40 41-63,0-1 1,-40-40-16,40 40 0,0 0 31,0 0-31,0 0 0,0 0 16,40 0-16,-40 0 16,40 0-16,-40 1 15,40-41 1,0 0-1,-40-41-15</inkml:trace>
  <inkml:trace contextRef="#ctx0" brushRef="#br0" timeOffset="314337.1875">1846 2446 0,'-40'0'15,"0"0"-15,-1 0 32,41 40-1,41 0-16,-41 0-15,40-40 0,-40 40 16,40-40 0</inkml:trace>
  <inkml:trace contextRef="#ctx0" brushRef="#br0" timeOffset="314667.2594">1966 2085 0,'0'0'0,"80"0"0,-39 0 31</inkml:trace>
  <inkml:trace contextRef="#ctx0" brushRef="#br0" timeOffset="315127.2335">2488 2125 0,'0'0'15,"-40"0"-15,40 40 78,0 0-62,0 0 0,40-40-16,-40 40 0,40-40 0,-40 41 0,40-41 15,0 0-15,-40 40 16,40-40-16,-40 40 15,-40-40 1,0 0 0,0 0-16,0 40 0,0-40 15,0 0-15,-1 0 16,1 0-16,0 0 16</inkml:trace>
  <inkml:trace contextRef="#ctx0" brushRef="#br0" timeOffset="315677.1988">3050 1965 0,'0'0'0,"0"40"78,-41-40-78,41 40 16,0 0-16,0 0 16,0 0-16,0 0 15,41-40 1,-41 40-16,40-40 0,-40 40 16,40-40-1,0 0 1,0 0-16</inkml:trace>
  <inkml:trace contextRef="#ctx0" brushRef="#br0" timeOffset="315917.1841">3090 2205 0,'-40'0'0,"40"-40"31,40 40-31,0 0 31,0 0-31,-40-40 0,40 40 0,0 0 16,0 0-16</inkml:trace>
  <inkml:trace contextRef="#ctx0" brushRef="#br0" timeOffset="316267.164">3652 2085 0,'40'0'0,"0"0"31,-40 40-15,0 0-16,0 0 31,0 0-31,-40 0 16,40 1-1,-40-41-15,40-41 47,0 1-31,0 0-16,0 0 15,0 0-15,-41 40 0,41-40 0,0 0 16,41 40 0,-41-40-16,40 40 15</inkml:trace>
  <inkml:trace contextRef="#ctx0" brushRef="#br0" timeOffset="317047.1195">4334 2005 0,'-40'0'15,"-1"0"-15,1 0 16,40 40-16,-40 0 16,0-40-16,40 40 15,0 0 1,40-40-16,-40 40 16,40-40-16,0 0 15,1 0-15,-1 0 16,0-40-16,-40 0 15,0 0 1,0 0 0,40 40 62,-40 40-78,40-40 0,-40 40 15,0 0-15,0 0 16,0 0-16,0 0 16,0 1-16,0-1 0,40 0 15,-40 0-15,0 0 16,0 0-16,0 0 0,0 0 16,0 0-16,-40 0 15,0-40 1,0 0 15,40-40-31,0 0 0,0 0 16,-40 0-1,40 0-15,0 0 0,0 0 16,0 0 0,40 40-1,-40-40-15,40 40 16,0-41-16,0 41 0,0-40 15</inkml:trace>
  <inkml:trace contextRef="#ctx0" brushRef="#br0" timeOffset="317486.9999">4855 1965 0,'121'0'16,"-81"0"-1,-40 40 1,0 0 0,0 0-16,0 0 15,0 0 1,0 0-16,0 0 15,-40 0 17,0-40-17,40-40 1,0 0 0,0 0-1,0 0-15,40 40 0,-40-40 16,40 40-1,0 0 1,0 0-16,0 0 31,0 0-31,0 0 16,-40-40-16</inkml:trace>
  <inkml:trace contextRef="#ctx0" brushRef="#br0" timeOffset="318057.056">5537 1965 0,'0'40'16,"-40"-40"-16,40 40 16,-40-40-1,0 0-15,0 0 16,40 40 0,40-40 15,-40 40-16,40-40 1,0-40 31,-40 0-31,0 0-1,0 0 16,0 80 16,40-40-47,-40 40 0,0 0 16,41-40 0,-1 0-16,-40 40 15,40-40-15,0 40 16</inkml:trace>
  <inkml:trace contextRef="#ctx0" brushRef="#br0" timeOffset="318606.9636">5939 1924 0,'0'41'0,"0"-1"16,0 0 0,0 0-1,40-40 48,-40-40-63,40 40 31,-40-40-31,40 40 0,0 0 16,-40 40-1,40-40-15,-40 40 0,40 40 16,-40-40-16,0 0 0,41-40 15,-41 40 1,0 1 0,0-122 15,40 81-31,0 0 16,-40-40-16,40 40 0,-40-40 0,40 40 15,-40-40-15,40 40 0,-40-40 16,40 40-16,-40 40 15,40 0 1,-40 0 0,0 0-16,41 0 0,-1-40 15</inkml:trace>
  <inkml:trace contextRef="#ctx0" brushRef="#br0" timeOffset="320006.9402">8306 2045 0,'40'0'62,"-40"40"-46,40-40-16,-40 40 0,41-40 15,-41 40-15,0 0 0,40-40 16,-40 40-16,40 0 0,-40 1 16,0-1-1,-40-40 63,40-40-78,0-1 0,-40 41 16,40-40-16,0 0 16,-41 0-16,1 0 0,40 0 0,0 0 15,0 0-15,-40 0 16,40-1-16,0 1 15,40 40 48,0 0-63,1 0 16,-1 0-1,0 0-15,-40 40 16,40 1-16,-40-1 15,0 0 1,-40-40-16,40 40 0,-40 0 16,40 0-1,-40-40 1,-1 0 0,1 0-16</inkml:trace>
  <inkml:trace contextRef="#ctx0" brushRef="#br0" timeOffset="320516.8172">8908 1924 0,'-40'0'15,"80"0"1,0 41 0,0-41-16,0 40 15,1 0 1,-1-40-16,0 0 15,-40 40-15,40-40 16,-40 40-16,0 0 16,0 0-16,40-40 15,-40 40 1,-40-40 15,40-40-15,-40 0-16,40 0 0,-40 40 15,40-40 1,0 0-16,40 40 31,0 0-31,-40-40 0,40 40 16,0 0 0,0 0-1</inkml:trace>
  <inkml:trace contextRef="#ctx0" brushRef="#br0" timeOffset="320936.7902">9711 1844 0,'40'0'16,"-40"40"-1,0 0 1,0 1 0,0-1-16,0 0 15,0 0 1,0 0-16,-40-40 15,-1 0 1,1 0 0,0 0 15,40-40-15,0 0-1,0 0 1,0 0-1,40 40-15</inkml:trace>
  <inkml:trace contextRef="#ctx0" brushRef="#br0" timeOffset="321426.8544">10353 1764 0,'0'0'0,"-41"0"0,1 0 15,0 0 1,0 0-1,40 40 1,-40-40 0,40 40-16,0 0 0,0 0 0,0 1 15,-40-1 1,40 0-16,0 0 0,0 0 16,0 0-16,0 0 15,0 0-15,0 0 0,40-40 16,0 0-1</inkml:trace>
  <inkml:trace contextRef="#ctx0" brushRef="#br0" timeOffset="321856.7457">10393 2085 0,'-40'0'15,"80"0"-15,-40 0 16,40 0 0,40 0-1,0-40 1,-40 40 0,1-40-16,-1 40 15,-40-40-15,40 40 16,0-41 15,-80 41 0,0 0-15,0 0 0,-1 0-16,1 41 31,40-1-16,0 0 17,40-40-32,1 0 0,-1 40 15,0-40 1</inkml:trace>
  <inkml:trace contextRef="#ctx0" brushRef="#br0" timeOffset="322266.7875">11235 1764 0,'-40'0'16,"0"0"-16,40 40 16,0 0-1,0 0 1,40-40 15,0 40-15,-40 1-16,41 39 31,-41 0-15,0-40-16,0 0 15,-41 0 1,1-40 0,0 0-16</inkml:trace>
  <inkml:trace contextRef="#ctx0" brushRef="#br0" timeOffset="322696.6871">11837 1924 0,'-40'0'16,"80"0"-16,-120 0 0,40 0 16,40 41 15,0-1-16,40-40 1,-40 40-16,40 0 16,-40 0 15,40-40-31,-40 40 0,0 0 31,-40-40-15,40 40-16,-40-40 0,0 40 15,0-40-15,0 0 16</inkml:trace>
  <inkml:trace contextRef="#ctx0" brushRef="#br0" timeOffset="322876.6926">12158 2326 0,'0'40'16,"40"-40"-1,-40-40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09-30T07:24:51.5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21267 962 0,'-40'0'0,"40"-40"16,-40 40-16,0-40 15,40 0-15,-41 0 16,41-1-16,0 1 16,0 0-1,41 40 17,-41 40 77,0 0-78,0 1-15,0-1-16,0 0 15,0 0 1,-41-40-16,41 40 0,0 0 16,0 40-16,0-40 0,0 0 0,0 41 15,0-1-15,41-40 0,-41 40 0,0 0 16,0-39-16,0 39 0,0 0 0,0-40 16,0 40-16,0-40 0,0 41 0,0-1 15,0-40-15,0 40 0,0 0 0,0 1 16,0-41-16,0 40 0,0 0 0,0 0 15,0 0-15,0 1 0,0-1 0,0 40 16,0-40-16,0 1 0,0-1 16,0 0-16,0 40 0,0-39 0,0-41 15,0 40-15,0 0 0,0-40 0,0 40 16,0-39-16,0 39 0,0-40 0,0 0 16,0 40-16,0-40 0,-41 0 0,41 0 15,0 1-15,0-1 0,0 0 0,0 0 16,0 0-16,0 0 0,0 0 0,0 0 15,0 0-15,0 1 0,0-1 16,0 0-16,0 0 0,0 0 16,0 0-1,81-40 126,-41 0-125,0 0-16,0 0 0,40 0 0,-40 0 15,41 0-15,-1 0 0,-40 0 0,40 0 16,1 0-16,-1 0 0,0 0 0,0 0 15,1 0-15,-1 0 0,40 0 16,-39 0-16,39 0 0,0 0 0,1 0 16,-1 0-16,0 0 0,1 0 0,39 0 15,1 0-15,-41 0 0,81 0 0,-41 0 16,1 0-16,39 0 0,-39 0 0,40 0 16,-41 0-16,1 0 0,39 0 0,-39 0 15,-1 0-15,1 0 0,39-40 0,-39 40 16,-1 0-16,1 0 0,-1 0 0,1 0 15,-1 0-15,-39 0 0,39 0 0,-79 0 16,39 40-16,-40-40 0,0 0 0,-39 0 16,-1 0-16,0 0 0,0 0 15,0 0-15,0 0 0,0 0 16,0 0-16,1 0 16,-1 0-1,0 0 1,-40-40-1,0-40 1</inkml:trace>
  <inkml:trace contextRef="#ctx0" brushRef="#br0" timeOffset="2643.0715">21026 4812 0,'40'0'78,"0"0"32,1-40-79,-1 0-15,0 40-16,-40-40 15,40 40-15,0-40 0,-40 0 16,40 40-16,0-41 0,0 1 0,1 40 16,-1-40-16,0 0 0,0 0 15,0 40-15,40-40 0,-40 0 0,1 0 16,-1 0-16,0-1 0,40 1 0,-40 40 15,0-40-15,1 0 0,-1 0 0,0 0 16,0 0-16,0 0 0,0 0 0,0 0 16,0-1-16,1 1 0,-1 0 0,-40 0 15,40 0-15,0 0 0,0 0 0,-40 0 16,40 0-16,-40-1 0,40 41 0,0-40 16,1 0-16,-1 40 15,-40-40-15,40 40 0,0 0 16,-40-40-16,40 40 0,0 0 15,0-40-15,0 40 16,1 0-16,-1-40 16,0 40-16,-40-40 15,40 40-15,-40-40 16,40 40-16,-40-40 0,40 40 16,-40-41-16,40 41 15,-40-40 1,0 80 531,40-40-500,1 0-47,-1 0 15,40 0-15,-40 0 0,40 0 16,-40 0-16,41 0 0,-1 0 0,40 0 15,-39-40-15,39 0 0,-40 40 0,41-40 16,-1 40-16,0-40 0,1 40 0,39-40 16,-39 40-16,39-40 0,-40 40 0,41 0 15,0-40-15,-1 40 0,41 0 0,-41-40 16,1 40-16,-1-41 0,1 41 16,-1 0-16,-39-40 0,39 40 0,-40-40 15,1 40-15,-41 0 0,40 0 0,-39-40 16,-1 40-16,0 0 0,-40-40 0,41 40 15,-41 0-15,0 0 0,0 0 0,0-40 16,0 40-16,0 0 0,0 0 16,1 0-16</inkml:trace>
  <inkml:trace contextRef="#ctx0" brushRef="#br0" timeOffset="6142.5773">27286 4612 0,'0'0'0,"-40"0"0,40-41 16,-40 41-16,40 41 156,40-41-156,40 40 16,-40-40-16,0 0 0,0 40 15,1-40-15,-1 40 0,0-40 0,40 0 16,-40 40-16,0-40 0,0 40 0,1-40 15,-1 0-15,0 0 16,-40 40-16,0 0 16,0 0-16,0 0 0,0 1 15,0-1-15,0 0 16,-40-40-16,40 40 16,-40-40-16,40 40 0,-81-40 15,41 40-15,0 0 0,0-40 0,0 40 16,-40 0-16,39 1 0,1-41 0,0 40 15,-40 0-15,40-40 0,40 40 0,-40-40 16,40 40-16,-40-40 0,40 40 16</inkml:trace>
  <inkml:trace contextRef="#ctx0" brushRef="#br0" timeOffset="7438.8815">20986 802 0,'0'-41'16,"0"82"-16,0-41 125,-40 0-125,40 40 0,-40 0 16,40 0-16,-40-40 0,40 40 15,-40 0-15,40 0 0,-41 0 0,41 0 16,0 0-16,-40 1 0,40-1 15,-40 0-15,40 0 0,0 0 16,-40-40-16,40-40 31,40 0-15,-40 0-16,0 0 0,40-1 16,-40-39-16,40 40 0,1 0 0,-1 0 15,0-40-15,0 40 0,-40 0 0,40-1 16,0 1-16,0 0 0,-40 0 0,40 40 15,-40-40-15,41 40 0,-41-40 16,0 80 15,80-40-31,-80 40 16,40-40-16,-40 80 0,40-80 0,-40 40 16,80 1-16</inkml:trace>
  <inkml:trace contextRef="#ctx0" brushRef="#br0" timeOffset="8531.0221">23313 2927 0,'0'40'141</inkml:trace>
  <inkml:trace contextRef="#ctx0" brushRef="#br0" timeOffset="8778.2196">23313 3208 0,'0'0'0,"-40"0"16,40 40 78,0 0-79,0 0 1,0 0-16,0 0 0,0 0 16,0 1-16</inkml:trace>
  <inkml:trace contextRef="#ctx0" brushRef="#br0" timeOffset="8991.3915">23354 3649 0,'0'40'0,"0"0"94,-41-40-94,41 40 16,0 0-16,-40 1 15,40-1-15</inkml:trace>
  <inkml:trace contextRef="#ctx0" brushRef="#br0" timeOffset="9139.2892">23273 4130 0,'40'0'0,"-80"0"0,80 40 16,-40 0 46,0 1-46</inkml:trace>
  <inkml:trace contextRef="#ctx0" brushRef="#br0" timeOffset="9343.6122">23273 4732 0,'0'40'79,"0"0"-79,0 0 31</inkml:trace>
  <inkml:trace contextRef="#ctx0" brushRef="#br0" timeOffset="9575.0581">23354 5013 0,'0'0'0,"0"-41"32,0 1 14</inkml:trace>
  <inkml:trace contextRef="#ctx0" brushRef="#br0" timeOffset="17883.1289">23233 3128 0,'40'0'15,"0"0"1,1 0-1,-82 0 220,41 40-157,0 0 0,0 0 3938,0 0-3219,0 0-782,-40-40 1,40 40-1</inkml:trace>
  <inkml:trace contextRef="#ctx0" brushRef="#br0" timeOffset="25839.5665">21066 5093 0,'-40'0'31,"40"40"266,0 0-281,0 0-16,0 0 15,0 0-15,0 0 16,0 1-16,0-1 16,0 0-16,0 0 15,0 0-15,0 0 16,0 0-16,0 0 16,-40-40-1,40 40-15,0 0 16,0 1-16,0-1 15,0 0 1,-40 0-16,40 0 16,0 0-1,40-40 79,-40-40-94,40 40 0,0 0 16,0 0-1,1 0 1,-1-40-16,0 40 16,0 0-1,0 0 1,0 0-1,0 0-15,0 0 0,1 0 16,-1 0-16,0 0 0,40 0 16,-40 0-16,0 0 0,0 0 0,1 0 15,39 0-15,-40 0 0,0 0 0,0 0 16,0 0-16,1 0 0,-1 0 0,0 0 16,0 0-16,0 0 0,0 0 15,0 0 1,0 0 15,1 0-15,-1 0-1,0 0 1,0 0-16,0 0 0,0 0 16,0 0-16,0 40 15,1-40-15,-1 0 16,0 0-16,-40 40 15,40-40-15,0 0 16,0 0 0,0 0-16,0 0 0,1 0 15,-1 0-15,0 0 16,0 0 0,0 0 15,0 0 63,0 0 31,-40-40-110,0 0 16,40 0-15,-40 0 0,41 0-1,-41-1-15,40 1 16,-40 0-16,0 0 16,0 0-16,0 0 15,40 0-15,-40 0 16,0 0-1,0 0 1,0-1 15,0 1-15,40 40 0,-80 0 1187,80 0-844,-80 0-62,80 0-266,-80 0 625,80 0-46,-80 0-579,80 0 547,0 0-578</inkml:trace>
  <inkml:trace contextRef="#ctx0" brushRef="#br0" timeOffset="63748.2005">9069 561 0,'0'-40'0,"-41"40"15,41-40 1,-40 40 78,40 40-94,0 0 15,0 0 1,0 0-16,40 0 16,-40 0-16,0 0 15,0 1-15,0-1 0,0 0 16,0 0-16,0 0 0,41 0 16,-41 0-16,0 0 0,0 40 0,0-39 15,0 39-15,0-40 0,0 40 0,40 0 16,-40-40-16,0 41 0,0-1 0,0-40 15,40 40-15,-40 0 0,0-40 0,0 41 16,40-41-16,-40 0 0,0 40 0,0-40 16,0 0-16,0 0 0,0 41 0,0-41 15,0 0-15,0 0 0,0 0 0,0 40 16,0-40-16,0 0 0,0 1 16,-40 39-16,40-40 0,0 40 0,0 0 15,0 1-15,0-41 0,0 40 0,0 0 16,0-40-16,-40 40 0,40 1 0,0-41 15,0 0-15,0 40 0,0-40 0,0 0 16,0 0-16,0 41 0,0-41 0,0 0 16,0 0-16,0 0 0,0 0 15,0 0-15,0 0 0,0 0 16,0 0-16,0 1 16,40-41-16,-40 40 15,40-40-15,-40 40 16,0 0-16,40 0 0,-40 0 15,40-40-15,-40 40 16</inkml:trace>
  <inkml:trace contextRef="#ctx0" brushRef="#br0" timeOffset="64643.0216">8306 3769 0,'-40'0'16,"80"0"-16,-120 0 15,120 0 48,-40 40-63,40-40 16,0 0-16,0 0 0,1 0 15,-1 0-15,0 0 0,0 41 16,40-41-16,-40 0 0,0 0 15,41 0-15,-41 0 0,40 0 0,0 0 16,1 0-16,-1 0 0,0 0 0,0-41 16,1 41-16,39 0 0,-40 0 0,0 0 15,1 0-15,39 0 0,-40 0 0,1 0 16,-1 0-16,0 0 0,0 0 0,1 0 16,-41 0-16,40 0 0,0 0 0,0 0 15,1 0-15,-41 0 0,40 0 0,0 0 16,1-40-16,-1 40 0,0 0 0,-40 0 15,41 0-15,-1 0 0,-40 0 0,40 0 16,0 0-16,-39 0 0,39 0 16,0 0-16,-40 0 0,40 0 0,1 0 15,-1 0-15,-40 0 0,40 0 0,-40 0 16,41 0-16,-41-40 0,40 40 0,-40 0 16,40 0-16,-39-40 0,39 40 0,0 0 15,0 0-15,1 0 0,-1-40 0,-40 40 16,40 0-16,0 0 0,-39 0 0,39-40 15,0 40-15,-40 0 0,40 0 0,1 0 16,-41 0-16,40 0 0,0 0 0,-40 0 16,1 0-16,39 0 0,-40 0 0,0 0 15,0 0-15,0 0 0,0 0 16,1 0-16,-1 0 0,0 0 0,0 0 16,40 0-16,-40 0 0,0 0 0,1 0 15,-1 0-15,0 0 0,0 0 16,-40-40-1,40 40-15,-120-40 32</inkml:trace>
  <inkml:trace contextRef="#ctx0" brushRef="#br0" timeOffset="66414.6507">9109 3850 0,'-40'0'156,"40"40"-156,-41-40 32,82 0 61,-1-40-77,0-1 0,0 1-1,-40 0-15,40 40 0,-40-40 16,40 40-16,-40-40 0,40 0 15,-40 0 1,40 40-16,-40-40 16,41 40-1,-41-40-15,40 40 16,-40-41-16,40 1 16,0 0-16,0 0 15,0 0 1,0 0-16,0 0 15,1 0 1,-1 40-16,-40-40 16,40 0-16,0-1 15,-40 1-15,40 40 0,-40-40 16,40 40-16,-40-40 0,40 40 16,-40-40-16,40 40 15,-40-40-15,41 40 16,-41-40-16,40 40 15,-40-40-15,40 0 16,-40-1 0,40 41-16,-40-40 15,40 40-15,-40-40 16,40 0 0,-40 0-1,40 0 1,0 0-1,1 0 1,-41 0-16,40 40 16,0-40-16,0 40 15,-40-41 1,40 41-16,-40-40 16,40 40-16,-40-40 15,40 40-15,0 0 16,-40-40-1,41 0 1,-1 0 0,-40 0-1,40 40-15,0-40 16,-40 0 0,40 40-16,0 0 31,-40-41-31,40 41 15,-40-40 1,0 0 140</inkml:trace>
  <inkml:trace contextRef="#ctx0" brushRef="#br0" timeOffset="83955.0316">10995 1965 0,'-40'0'0,"-1"0"94,1 0-47,0 0 0,0 0 15,80 0 110,0 0-141,0 0-31,1-41 16,-1 41 0,0-40-1,0 40-15,0 0 16,0 0 0,0 0-16,0 0 15,-40 40-15,41-40 0,-1 0 16,0 0-16,0 0 15,0 0-15,0 0 0,0 0 16,0 0-16,1 0 16,-1 0-1,0 0-15,0 0 16,0 0 0,0 0-16,0 0 15,0 0-15,1 0 0,-1 0 16,0 0-16,0 0 0,0 0 15,0 0 1,0 0 15,0 0-15,1 0-16,-1 0 16,0 0-16,0 0 15,0 0-15,0 0 0,0 0 16,0 0-16,1 0 15,-1 0 1,0 0 0,0 0-16,0 0 15,0 0 1,0 0-16,0 0 0,1 0 16,-1 0-16,0 0 15,0 0-15,0 0 16,0 0-1,0 0 1,0 0 0,1 0-1,-1 0 1,0 0 0,0 0-1,0 0 1,0 0-16,0 0 15,0 0 1,1-40 531,-1 40-531,-40-40-16,40 40 15,-40-40-15,40 40 16,-40-40-16,40 40 15,-40-40-15,40 40 16,0 0-16,-40-40 16,40 40-16,-40-40 15,41 40-15,-41-40 0,40 40 16,0 0 0,-40-40-16,40 40 15,-40-41 1,40 41-1,-40-40-15,40 0 16,0 0 0,0 0-1,-40 0-15,41 40 0,-41-40 16,40 40-16,0-40 0,0 0 16,0 40-1,-40-41-15,40 1 16,-40 0-1,40 40 1,-40-40-16,40 0 16,1 0-1,-41 0 1,40 40-16,-40-40 16,40 40-16,-40-40 15,40 0 1,-40-1-1,40 1 17,-40 0-1,40 40-31,-40-40 31,40 40-31,1 0 16,-41-40-16,40 40 0,0-40 15,-40 0 17,40 40-32,-40-40 31,40 40 0,0-40 63,-40-1-63,40 41 16,-40-40-16,0 80 126</inkml:trace>
  <inkml:trace contextRef="#ctx0" brushRef="#br0" timeOffset="84698.6862">14445 3368 0,'0'40'0,"-40"-40"16,40 40 15,40-40-31,1 0 16</inkml:trace>
  <inkml:trace contextRef="#ctx0" brushRef="#br0" timeOffset="85494.6648">14445 3609 0,'0'-40'16,"-40"40"78,80 0 77,1 0-171,-1 0 16,0 0-16,0 0 0,0 0 16,0 0-16,0 0 0,1 0 0,-1 0 15,0 0-15,0 0 0,0 0 0,0 0 16,0 0-16,0 0 0,1 0 16,-1 0-16,0 0 0,0 0 0,0 0 15,0 0-15,0 0 0,0 40 0,1-40 16,-1 0-16,40 0 0,-40 0 15,0 0-15,0 0 0,0 40 0,1-40 16,-1 0-16,0 0 0,0 0 0,0 0 16,0 0-16,0 0 15,0 0-15,1 0 0,-1 0 16,0 0-16,0 0 16,0 0-16,0 0 15,-40-40 141</inkml:trace>
  <inkml:trace contextRef="#ctx0" brushRef="#br0" timeOffset="85910.6867">15970 3368 0,'0'0'16,"-40"0"-1,40-40 1,0 80 31,40-40-47,-40 40 15,40-40-15,-40 40 0,41-40 0,-41 41 16,40-41-16,0 40 0,0 0 16,0-40-16,0 40 0,0-40 15,0 0-15,1 0 0,-1 0 16,0 0-16,0 0 0,0 40 16,-40 0 15,0 0-31,-40-40 15,40 40-15,-80-40 0,40 40 0,-1-40 16,1 41-16,-40-41 0,0 40 16,0-40-16,-1 0 0,1 0 0,-40 0 15,-1 0-15,1 0 0</inkml:trace>
  <inkml:trace contextRef="#ctx0" brushRef="#br0" timeOffset="86875.4709">8948 561 0,'0'0'0,"0"40"109,-40 0-109,40 0 16,-40-40-16,40 40 0,-40 0 0,40 1 15,-40-41-15,40 40 0,-40 0 0,-1-40 16,41 40-16,0 0 31,0-80-15,41-40-1,-41 40-15,0-1 16,80 1-16,-80 0 0,40 0 0,-40 0 16,40 0-16,0 0 15,0 40 17,0 40-17,1-40-15,-1 0 0,0 40 16,0 0-16,40-40 0,-40 40 0,0 0 15,1-40-15,-1 40 0,0 1 0,0-1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09-30T06:46:55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10072 1122 0,'-40'0'16,"-1"0"15,1 0 0,80 0 16,1 0-31,-41-40 62,0 0-62,-41 40 62,41 40 94,0 40-172,0-39 0,0 39 15,41-40-15,-41 40 0,40 40 0,-40-39 16,0-1-16,40 0 0,-40 0 0,0 0 15,0 41-15,0-41 0,0 0 0,0-40 16,40 41-16,-40-1 0,0 0 0,0-40 16,0 40-16,0-40 0,0 0 0,0 1 15,0-1-15,0 0 0,-40 0 16</inkml:trace>
  <inkml:trace contextRef="#ctx0" brushRef="#br0" timeOffset="913.9749">9711 1363 0,'0'-40'31,"0"0"16,40 40-32,0 0 1,-40-40-16,40 40 0,0-40 16,0 40-16,0-41 0,0 41 15,1-40-15,-1 40 0,0-40 0,40 40 16,-40-40-16,0 40 0,0-40 0,1 40 15,39 0-15,-40 0 0,0-40 0,0 40 16,0 0-16,0 0 0,1 0 0,-1 0 16,0 80-16,0-40 15,0 0-15,-40 41 0,40-41 0,-40 40 16,40-40-16,-40 40 0,0 0 0,0-39 16,41 39-16,-41 0 0,0-40 0,0 40 15,0 0-15,0-39 0,0 39 0,0-40 16,-81 40-16,81-40 0,0 40 0,0-39 15,0-1-15,-40 0 0,0 0 0,0 0 16,40 0-16,-40 0 0,-41 0 0,41 0 16,0 0-16,-40 1 0,40-1 0,-40 0 15,-41 0-15,41 0 0,0-40 0,-1 40 16,-39 0-16,40 0 0,0 0 16,-1 1-16,1-1 0,40-40 0,0 0 15,0 0-15,0 0 0</inkml:trace>
  <inkml:trace contextRef="#ctx0" brushRef="#br0" timeOffset="1477.4715">11516 1804 0,'0'-40'16,"40"40"-1,-40-40-15,0 80 63,0 0-47,0 0-16,0 0 0,0 0 15,0 1-15,0-1 0,0 0 0,0 40 16,0-40-16,0 0 0,0 0 0,0 0 15,0 1-15,0-1 0,0 0 0,41 0 16,-41 0-16,0 0 0,0 0 16,0 0-16</inkml:trace>
  <inkml:trace contextRef="#ctx0" brushRef="#br0" timeOffset="1734.0515">11276 1604 0,'-41'-40'16,"82"80"-16,-82-121 15,41 122 32</inkml:trace>
  <inkml:trace contextRef="#ctx0" brushRef="#br0" timeOffset="2654.2117">12640 1523 0,'-40'0'47,"40"41"-47,-40-41 0,40 40 15,-41-40-15,41 40 16,-40-40-16,40 40 0,-40-40 0,40 40 16,0 0-16,-40-40 0,40 40 0,0 0 15,0 0-15,0 0 0,0 1 16,0-1-16,0 0 0,40-40 16,-40 40-16,40-40 0,0 0 15,1 0-15,-1 0 0,0 0 16,0 0-16,-40-40 0,40 40 0,-40-40 15,40 40-15,0-40 0,-40-1 0,0 1 16,0 0-16,0 0 0,40 0 0,-40 0 16,0 0-16,0 0 0,0 0 0,-40 0 15,40-1-15,0 1 0,-40 0 16,0 40 0,40 40 15,0 41-16,0-41-15,0 0 0,0 0 16,0 0-16,0 0 0,0 0 0,0 0 16,0 0-16,0 0 0,0 1 0,0-1 15,0 40-15,0-40 0,0 0 0,0 0 16,0 40-16,0-39 0,-40-1 16,40 40-16,0-40 0,0 40 0,-40-40 15,40 40-15,0-39 0,-40 39 0,0-40 16,40 40-16,-41-40 0,1 40 0,40 1 15,-40-41-15,0 40 0,40-40 0,-40 40 16,40 0-16,-40-39 0,40-1 0,-40 0 16,0 0-16,40 0 0,-41-40 0,1 0 15,0 40-15,0-40 0,0-40 16,0-40-16,40 40 16,-40 0-16,40-41 0,0 41 0,0-40 15,0 0-15,0 40 0,0-40 0,0 39 16,40-39-16,-40 40 0,40 0 15,-40 0-15,40 0 0,0 0 0,0 40 16,0-40-16,1-1 0,-41 1 0,40 40 16,0-40-16,0 40 0,-40-40 0,40 40 15,0-40-15,0 40 0,0-40 0,1 40 16,-1-40-16,0 40 0,0 0 16,-40-40-16,40 40 0</inkml:trace>
  <inkml:trace contextRef="#ctx0" brushRef="#br0" timeOffset="2954.0457">13322 1844 0,'0'0'0,"0"40"47,40-40-31,-40 40-16,40 1 0,0-1 16,-40 0-16,0 0 0,40 0 0,-40 40 15,0-40-15,0 0 0,41 1 16,-41-1-16,0 0 0,0 0 15,0 0-15</inkml:trace>
  <inkml:trace contextRef="#ctx0" brushRef="#br0" timeOffset="3158.567">13242 1403 0,'-40'-40'15,"80"80"-15,-161-200 0,121 120 16,0-1-16,0 1 0,0 0 16,40 0-1,1 40-15</inkml:trace>
  <inkml:trace contextRef="#ctx0" brushRef="#br0" timeOffset="3509.9083">14245 882 0,'0'0'16,"0"-40"0,0 80 31,0 0-47,40 40 15,-40-40-15,0 0 0,0 40 16,40 1-16,-40-1 0,0 0 0,40 0 15,-40 1-15,0-1 0,0 0 0,40 40 16,-40-40-16,0 1 0,0-1 0,0 0 16,0 0-16,0 1 0,0-1 0,0 0 15,0-40-15,0 0 0,0 0 0,0 0 16,0 0-16,0 1 0</inkml:trace>
  <inkml:trace contextRef="#ctx0" brushRef="#br0" timeOffset="3759.5048">14004 2326 0,'0'-41'16,"0"1"-16,40 40 15,81-120 1,39 40-16,1 0 16,-81 39-1,-40 41 1</inkml:trace>
  <inkml:trace contextRef="#ctx0" brushRef="#br0" timeOffset="4466.0494">15368 1804 0,'-80'-40'0,"40"40"16,0 0-1,0 0 1,0 40-16,-41 80 15,81 41 1,0-41 0,81-80-1,-41-40 1,40-40 0,0-120-1,-40-41 1,-40 161-1,0-80-15,0 80 16,0 80 0,0 0-1,0 0-15,0 0 0,0 0 16,0 0-16,0 0 0,0 1 0,0-1 16,0 0-16,41-40 0,-41 40 0,0 0 15,40-40-15,0 40 0,0-40 16,0 0-16,0 0 15,0 0-15,0-40 0,1 40 0,-1-40 16,0 40-16,0-80 0,-40 40 16,40-1-16,-40 1 0,0 0 15,0 0-15,0 0 0,0-40 0,-40 40 16,40 0-16,-40-41 0,40 41 0,-40-40 16,40 40-16,-40 0 0,40 0 0,-41 0 15,41 0-15,0-1 0,-40 41 47,40 41-16,0-1-15,0 40-16,0-40 0,40 40 0,-40 0 16,0 1-16,41-1 0,-41 0 15,0 40-15,0-39 0,40-1 0,-40 0 0,0 0 16,0-40-16,0 41 0,0-41 15,0 40-15,0-40 0,40 0 0,0 0 16,-40 0-16,40-40 0,0 0 16</inkml:trace>
  <inkml:trace contextRef="#ctx0" brushRef="#br0" timeOffset="5365.6136">17455 1243 0,'0'40'141,"0"-40"-141,0 40 16,0 0-16,0 0 0,0 40 0,0-40 15,0 41-15,0-41 0,0 40 0,0 0 16,0 0-16,0-40 0,-40 41 0,40-1 15,0-40-15,0 40 0,0-40 0,0 0 16,0 1-16,0-1 0,0 0 0,0 0 16,-40-40-16,40 40 0</inkml:trace>
  <inkml:trace contextRef="#ctx0" brushRef="#br0" timeOffset="5818.4647">17014 1403 0,'40'0'47,"0"0"-47,0-40 16,0 40-16,0 0 0,40-40 16,-39 40-16,-1-40 0,0 0 0,0 40 15,40 0-15,-40-40 0,0-1 16,1 41-16,-1 0 0,0-40 15,0 0-15</inkml:trace>
  <inkml:trace contextRef="#ctx0" brushRef="#br0" timeOffset="6193.9722">17054 2606 0,'0'0'0,"-40"0"16,80 0 15,0 0-15,0 0-16,0 0 0,0-40 16,0 40-16,0-40 0,1 40 0,-1 0 15,0 0-15,0-40 0,0 40 0,-40-40 16,80 40-16,-40-40 15,1 40-15,-41-40 0</inkml:trace>
  <inkml:trace contextRef="#ctx0" brushRef="#br0" timeOffset="6945.6735">18057 1884 0,'0'-40'0,"40"40"16,0 0-1,0 0 1,-40 40-1,40 0 1,1 41 0,-41-41-16,0 40 15,0-40-15,0 0 0,0 0 16,-41 41 0,41-41-1,0-80 16,0-1-31,41 1 16,-41 0-16,0 0 0,40 0 0,-40 0 16,40 0-16,-40 0 0,40 0 0,-40-1 15,40 41-15,-40-40 0,40 40 16,0 0-16,0 40 16,1 1-1,-41-1 1,0 0-16,0 0 15,40 0-15,-40 0 16,0 0 0,-40-40-1,40-40 1,0 0-16,0 0 16,0 0-16,40 40 0,-40-40 15,40 0-15,-40-1 0,40 41 0,0-40 16,0 0-16,0 0 15,0 40-15,1 0 16,-41-40-16,40 40 0,0 0 16,-40 80-1,40-80-15,-40 40 0,0 0 16,0 1-16,0-1 16,0 0-16,-40 0 0,40 0 15,0 0-15,0 0 0,0 0 16,40-40-1</inkml:trace>
  <inkml:trace contextRef="#ctx0" brushRef="#br0" timeOffset="7353.5438">19542 1884 0,'0'-40'15,"0"80"-15,-41-80 16,1 40 0,40 40-16,0 0 15,0 1 1,0-1-16,0 0 16,40-40-1,-40-40 16,0 0-15,0-1-16,41 1 16,-41 0-1,0 80 17,0 0-17,40-40-15,-40 41 16,40-1-16,0-40 15,-40 0-15,40 40 0,0-40 16,0 0-16,0 0 16</inkml:trace>
  <inkml:trace contextRef="#ctx0" brushRef="#br0" timeOffset="8205.7392">20264 1724 0,'0'0'0,"-80"0"15,80 40 1,-41 40 0,1 41-1,40-81 1,40-40-1,-40-40 1,41-1 0,-41 1-16,40-80 15,-40 80-15,0 0 16,40 40 0,-40 40 15,0 0-31,40 40 15,-40 41 1,0-81-16,40 120 16,-40-120-16,0 121 15,0 119 1,-120-79 0,39-81-1,81-80-15,-80 41 16,40-81-16,0 40 0,0-40 15,-81-40 1,81-1-16,0-79 16,0 80-16,40 0 0,0-40 15,0 40-15,0-41 16,0 41-16,40 0 16,40-40-1,81 0 1,-41 0-1,-39 39-15,79-39 16,-120 80-16,0-40 0,41 0 16,-1-40-1,0 40 1,-40 0 0,0-41-1,0 81 1,-40-40-16,-40 40 31,40 40-15,-40-40-16,40 40 0,-40-40 0,40 41 15,0-1-15,0 0 0,0 0 16,0 0-16,40 0 16,0-40-1,41 0-15,-41 0 0,0 0 16,0-40-16,0 40 0,0-80 0,0 80 15,41-40-15,-41 0 0,40 40 0,-40-41 16,40 1-16</inkml:trace>
  <inkml:trace contextRef="#ctx0" brushRef="#br0" timeOffset="8734.0701">22110 1042 0,'0'-40'0,"0"80"63,0 0-63,0 0 16,0 0-16,0 1 0,0-1 15,0 40-15,0 0 0,0-40 0,0 40 16,0 1-16,0-1 0,0-40 0,0 40 15,0 0-15,40-40 0,-40 1 0,0 39 16,0-40-16,0 0 0,0 0 0,0 0 16,0 0-16</inkml:trace>
  <inkml:trace contextRef="#ctx0" brushRef="#br0" timeOffset="9056.0373">21949 1403 0,'0'0'16,"0"-80"-16,0-40 0,0 79 15,80-119-15,81 0 16,-81 79 0,-40 81-1,41-40-15,-41 40 16,0 0-16,0 0 0,40 40 15,-40 81 1,0 79 0,-200 41-1,-1 40 1,1-121 0,80-80-1,-1-40 1</inkml:trace>
  <inkml:trace contextRef="#ctx0" brushRef="#br0" timeOffset="9522.2007">22551 1804 0,'0'-40'15,"80"0"-15,81-40 16,-121 40 0,80 40-16,-80 0 15,1 80-15,79 0 16,-80 0-1,0 41 1,-80-41 0,-40-40-1,80 0 1,0-80 0,0-40-1,40-41 1,0-39-1,80 40 1,41-1 0,-41 1-1,-39 120-15,-1-80 16,-40 80-16,0 0 16</inkml:trace>
  <inkml:trace contextRef="#ctx0" brushRef="#br0" timeOffset="9818.4785">23915 1323 0,'40'0'16,"1"40"-16,-1-40 16,40 80-1,-80 0 1,40-39-16,-40 39 16,0-40-1,-40-40-15,40 40 0,-40 0 0,-40 40 16,80-40-16,-41-40 15,41 40-15,-80-40 16,80-40 0,-40-40-16,40-120 15,80-81 17,-80 241-32,81-40 15,-41 80-15,-40-41 16,40 41-16,40 0 15</inkml:trace>
  <inkml:trace contextRef="#ctx0" brushRef="#br0" timeOffset="10126.8368">24678 1323 0,'0'0'15,"-40"0"-15,-1 0 16,41 40 0,0 80-1,-40 1 1,40 39-1,81-80 1,-81-40-16,120 41 16,-80-81-16,0 0 15,0-41 1</inkml:trace>
  <inkml:trace contextRef="#ctx0" brushRef="#br0" timeOffset="11077.6382">25119 1523 0,'0'0'0,"-40"0"0,40 41 15,40-41 1,40-41-16,41 1 16,-1-40-1,-80 40-15,81-40 16,-81 40-16,0 40 0,0-81 15,-40 1 1,40 80-16,-120 0 16,40 0-1,-81 80 1,41 81 0,40-121-16,0 40 15,40-40-15,0 0 16,0 1-16,0-1 15,40-40 1,40 40 0,1-40-1,39 0 1,-40-40 0,-40 0-16,41-41 15,-81 41-15,40 40 0,0-120 16,-40 80-16,40-81 15,0 81-15,-40-40 16,0 40-16,40-40 16,-40 80-1,40 80 1,0-40-16,1 80 16,-41-79-16,40-41 0,-40 80 15,40 0 1,0 0-1,-120 81 17,40-81-32,-1-80 0,-39 80 15,40-80 1,0 40 0,80-40 15,-40-40-31,40 40 0,40-120 15,41-41 1,-41 1 0,0 80-1,-40-1 1,1 1 0,-1 80-16,0-40 15,0 40-15,-40-40 16,40 40-1,-40 80 1,40 0 0,0 1-1,-40-41-15,0 80 16,0-80-16,0 0 0,0 0 16,-40 81-1,-120-41 1,39-40-1,81-40 1</inkml:trace>
  <inkml:trace contextRef="#ctx0" brushRef="#br0" timeOffset="11326.3029">26804 721 0,'-40'40'47,"0"-40"-47,0 0 15,80 0 16,0 0-31,0 0 16</inkml:trace>
  <inkml:trace contextRef="#ctx0" brushRef="#br0" timeOffset="12342.1286">27246 1002 0,'40'40'62,"-40"0"-46,0 0-16,0 0 0,0 1 16,0-1-16,0 0 0,0 0 15,0 0-15,-40 0 0,40 0 16,-40-40-16,40 40 0,-40 0 16,80-80-16,-40 0 15,40-40-15,-40 40 16,40 0-16,0-40 0,-40 39 0,40 1 15,0 0-15,0 0 0,1 40 16,-41-40-16,40 40 0,0 80 31,-40-40-31,40 0 16,-40 1-16,0-1 0,40 0 16,-40 0-16,40-40 0,-40 40 15,40-40-15,0 0 0,1 0 16,-1 0-16,0-40 15,-40 0-15,40 40 0,0 0 16,-40-40-16,0 0 16,0-1-16,0 1 0,0 0 0,0 0 15,0 0-15,0 0 16,0 0-16,0 80 94,40-40-63,-40 40-31,0 0 0,40 0 16,-40 0-16,40 0 0,-40 1 15,0-1-15,0 0 0,0 0 0,0 40 16,0-40-16,0 0 0,0 41 0,-80-41 15,80 40-15,0-40 0,0 40 16,-80-40-16,80 40 0,-40-39 0,0 39 16,0-40-16,40 40 0,-41-40 0,1 0 15,0 0-15,40 1 0,-40-1 0,40 0 16,-40-40-16,40 40 0,-40-40 16,0 0-1,0 0 1,-1-40-16,1 0 15,40 0 1,0-1 0,40 41-16,-40-40 0,81 0 15,-41 0-15,0 0 0,40 0 0,-40 0 0,41 0 16,-41 0-16,40 40 0,-40-41 16,40 41-16,-40-40 0,1 40 0,39-40 15,-40 40-15,0 0 0,0 0 0,0 0 16,0 0-16,1 0 0,-1 0 15,0 0 1</inkml:trace>
  <inkml:trace contextRef="#ctx0" brushRef="#br0" timeOffset="14602.4212">10353 4331 0,'0'0'0,"-41"-40"0,1 40 15,0 0-15,40-40 16,40 40 78,0 0-79,1 0-15,-1 0 16,0 0-16,0 0 0,0 0 16,0 0-16,0 0 0,0 0 0,1 0 15,-1 0-15,40 0 0,-40-41 16,0 41-16,41 0 0,-41-40 0,40 40 15,0 0-15,0 0 0,1-40 0,-1 40 16,40 0-16,-39-40 0,39 40 0,-40 0 16,41 0-16,-1-40 0,-40 40 0,41 0 15,-41 0-15,40-40 0,-40 40 0,1 0 16,39 0-16,-40 0 0,1 0 0,-1-40 16,0 40-16,0 0 0,1 0 0,-41 0 15,40 0-15,0-40 0,0 40 0,1 0 16,39 0-16,-40-40 0,41 40 0,-1-40 15,0 40-15,41-41 0,-41 41 16,1 0-16,-1-40 0,1 40 0,39 0 16,-80-40-16,41 40 0,-1 0 0,-40 0 15,41 0-15,-41 0 0,0 0 0,-40 0 16,41 0-16,-41 0 0,40 0 0,-40 0 16,40-40-16,1 40 0,-1 0 0,0 0 15,0 0-15,41 0 0,-41-40 0,40 40 16,-39 0-16,39 0 0,0 0 0,-39-40 15,-1 40-15,40 0 0,-40-40 0,1 40 16,-1 0-16,-40 0 0,40 0 0,-40-40 16,1 40-16,-1 0 0,0 0 0,0 0 15,0 0-15,0 0 0,0-40 16,0 40-16,1 0 0,-1 0 16,0-41-16,40 41 0,0 0 0,1-40 15,-1 40-15,40 0 0,-39 0 0,39-40 16,-40 40-16,41 0 0,-41 0 0,0 0 15,0 0-15,-40 0 0,1 0 0,39 0 16,-40 0-16,0 0 0,0 0 0,0 0 16,0 0-16,1 0 0,-1 0 15,0 0-15,0 0 0,40-40 0,-40 40 16,41 0-16,-1 0 0,40-40 16,-40 40-16,1 0 0,-1 0 0,40 0 15,-39 0-15,-1 0 0,0 0 0,-40 0 16,40 0-16,-39 0 0,39 0 0,-40 0 15,0 0-15,0 0 0,0 0 0,0 0 16,1 0-16,-1 0 0,0 0 0,0-40 16,0 40-16,40 0 0,-40 0 0,41 0 15,-1 0-15,-40 0 0,40 0 0,1 0 16,-1 0-16,0-40 0,0 40 0,1 0 16,-1 0-16,0 0 0,0 0 0,1-40 15,-1 40-15,-40 0 0,40 0 0,-40 0 16,41 0-16,-41 0 0,0 0 15,0 0-15,0-40 0,0 40 0,0 0 16,1 0-16,-1 0 0,0 0 0,0 0 16,0 0-16,40 0 0,-40-40 0,41 40 15,-1 0-15,-40 0 0,40 0 0,1 0 16,-1 0-16,0 0 0,0 0 0,1 0 16,-41-41-16,40 41 0,-40 0 0,0 0 15,0 0-15,0 0 0,1 0 0,-1 0 16,0 0-16,0 0 0,0 0 15,0 0-15,0 0 0,0 0 16,1 0-16,-1 0 0,0 0 16,0 0-16,40 0 0,-40 0 15,0 0-15,1 0 0,-1 0 0,0 0 16,0 0-16,0 0 0,0 0 0,0 0 16,0 0-16,1 0 0,-1 0 0,0 0 15,0 0-15,0 0 0,0 0 16,0 0-16,1 0 0,-1 0 15,40 0-15,-40 0 0,40 0 0,-40 0 16,1 0-16,39 0 0,-40 0 0,0 0 16,0 0-16,0 0 0,0 0 0,1 0 15,-1 0-15,0 0 0,0 0 16,0-40-16,0 40 16,0 0-16,-40-40 0,40 40 15,1-40-15,-1 40 0,0 0 0,0 0 16,0-40-16,0 40 0,0 0 0,0 0 15,1 0-15,-1-40 0,0 40 0,0 0 16,0 0-16,0 0 0,0 0 16,0 0-16,1 0 15,-1-40-15,0 40 0,0 0 16,0 0-16,0 0 0,0 0 16,0 0-16,1 0 0,-1-40 15,0 40-15,0 0 16,0 0-16,0 0 15,0 0-15,0 0 16,1 0-16,-1 0 0,0 0 16,-40-40-16,40 40 0,-40-41 0</inkml:trace>
  <inkml:trace contextRef="#ctx0" brushRef="#br0" timeOffset="238634.2107">4655 5173 0,'0'-40'15,"0"80"32,40-40-31,0 0 390,-40-40-359,-80 40 453,40 0-500</inkml:trace>
  <inkml:trace contextRef="#ctx0" brushRef="#br0" timeOffset="263845.4957">22110 4331 0,'0'-40'32,"-40"40"61,40-40-61,-41 40-32,1-41 15,0 41 1,0 0-1,0 0-15,0 0 16,0 0-16,-1 0 16,1 0-16,0 0 0,0 41 15,0-41-15,0 0 16,0 0 0,0 0-1,40 40 95,0 0-110,0 0 15,0 0 1,0 0-16,0 0 0,0 0 15,0 0-15,0 41 0,0-41 0,0 0 16,0 0-16,0 40 0,0 0 0,40 1 16,-40-41-16,0 40 0,0 0 15,40 0-15,-40 1 0,40-1 0,-40 0 16,0-40-16,0 40 0,0-40 0,0 41 16,0-41-16,0 40 0,0-40 0,0 40 15,0-40-15,0 0 0,0 41 0,-40-1 16,40-40-16,0 40 0,-40 0 0,40-40 15,0 41-15,0-1 0,-40 0 0,40 0 16,0 1-16,0-1 0,0 0 0,0 40 16,0-40-16,0 1 0,0-1 0,0 0 15,0 0-15,40 1 0,-40-41 0,0 40 16,0-40-16,0 40 0,0-40 0,0 0 16,0 0-16,0 1 0,0-1 15,0 0-15,0 0 0,0 0 0,0 0 16,0 0-16,-40 0 0,40 0 15,0 1-15,0-1 0,-81 0 0,81 0 16,-40 0-16,0 40 0,40-40 0,-40 0 16,40 0-16,-40 1 0,40 39 0,0-40 15,0 0-15,0 0 0,0 0 16,0 0-16,40 0 16,-40 1-1,40-41-15,0 0 16,-40 40-16,40-40 15,0 0 173,41 40-172,-41-40-16,0 0 15,40 0-15,-40 0 0,0 0 0,41 0 16,-41 0-16,0 0 0,40 0 0,-40 0 15,1 0-15,-1 0 0,0 0 0,0 0 16,0 0-16,0 0 0,-40-40 16</inkml:trace>
  <inkml:trace contextRef="#ctx0" brushRef="#br0" timeOffset="266234.1561">29373 4210 0,'0'0'0,"-41"0"125,82 0-63,-1 0-46,0 0-16,0 0 15,0 0-15,0 0 0,0 0 16,0 0-16,1 0 0,-1 0 0,0 0 16,0 0-16,0 0 0,0 0 15,0 0-15,0 0 0,1 0 16,-1 0-16,0 0 16,-40 41 124,0-1-140,0 0 16,0 0-16,0 0 0,0 0 0,0 0 15,0 0-15,0 41 0,0-41 0,0 40 16,0-40-16,0 0 0,0 40 0,0-40 16,0 41-16,0-41 0,0 40 0,0-40 15,0 40-15,0-40 0,0 41 0,0-41 16,0 0-16,0 40 0,0-40 0,0 0 16,0 40-16,0-40 0,0 41 0,0-41 15,0 40-15,0-40 0,0 40 0,-40 1 16,40-41-16,0 40 0,0 0 0,0 0 15,0-40-15,0 41 0,0-1 0,0-40 16,0 40-16,0 0 0,0 1 16,0-1-16,0-40 0,0 40 0,0 0 15,0 0-15,40 1 0,-40-41 0,0 40 16,0-40-16,0 40 0,0-40 0,0 1 16,0-1-16,0 40 0,0-40 0,0 0 15,0 0-15,0 0 0,0 0 0,-40 0 16,40 1-16,0-1 0,0 0 0,0 0 15,0 0-15,0 0 0,0 0 16,0 0-16,0 0 16,0 1-16,0-1 62,0 0-46,0 0-16,0 0 15,0 0-15,0 0 16,0 0 15,0 0 16,-40-40-31,40 40-16,0 1 15,-41-1-15,41 0 16,0 0 0,0-80 156,-40 40-172,40-40 15,-40 40-15,0 0 16,40-40-16,-40 40 0,0 0 0,0 0 15,0 0-15,-1 0 0,1 0 16,-40 0-16,40 0 0,0 0 0,-40 0 16,39 0-16,-39 0 0,40 0 15,-40 0-15</inkml:trace>
  <inkml:trace contextRef="#ctx0" brushRef="#br0" timeOffset="269878.1623">22070 5293 0,'-41'0'16,"41"-40"-16,-40 40 15,40-40 110,40 40-109,-40-40-1,41 40-15,-41 40 204,-41-40-111,82 0-30,-1 0-63,0 0 0,0 0 15,0 0-15,0 0 0,0 0 16,0 0-16,1 0 0,-1 0 16,0 0-16,0 0 0,0 0 15,-40 40-15,40-40 0,-40 40 16,40-40-16,-40 40 0,40 1 16,1-1-1,-1-40 1,-40 40-16,40-40 15,0 0 1,0-40 0,0 40-1,0 0 1,0 0-16,1 0 16,-1 0-16,0 0 0,0 0 15,0 0-15,0 40 0,0-40 16,0 0-16,1 0 15,-1 0-15,0 0 16,0 0-16,0 0 16,0 0-1,0 0-15,0 0 16,1 0 0,-1 0-16,0 0 15,0 0-15,0 0 0,0 0 16,0 0-16,0 0 0,1 0 0,-1 0 15,0 0-15,40 0 0,-40 0 0,40 0 16,-39 0-16,39 0 0,-40 0 0,40 0 16,0 0-16,-39-40 0,39 40 0,0 0 15,-40 0-15,40 0 0,1 0 16,-41 0-16,0 0 0,40 0 0,-40-40 16,0 40-16,1 0 0,-1 0 0,0 0 15,0 0-15,0 0 0,0 0 0,0 0 16,1 0-16,-1 0 0,0 0 0,0 0 15,0 0-15,0 0 0,0 0 0,0 0 16,1 0-16,-1 0 16,0 0-16,0 0 15,0 0-15,0 0 0,0 0 16,0 0-16,41 0 0,-41 0 0,40 0 16,-40 0-16,40 0 0,1 0 0,-1 0 15,0 0-15,0 0 0,1 40 16,-41-40-16,40 0 0,-40 0 0,40 0 15,-39 0-15,-1 0 0,0 0 0,0 0 16,0 0-16,0 0 0,0 0 16,0 0-16,1 0 0,-1 0 15,0 0-15,0 0 0,0 0 16,40 0-16,-40 0 0,41 0 0,-1-40 16,0 40-16,0 0 0,41 0 0,-41 0 15,40 0-15,-39 0 0,39 0 16,-40 40-16,41-40 0,-41 0 0,-40 0 0,40 0 15,-39 0-15,-1 0 0,0 0 0,0 0 16,0 0 0,0 0-1,0 0 1,0 0-16,1 0 16,-1 0 62,-40-40-63,40 40 1,-40-41-16,40 41 16,0 0-16,0-40 15,0 40 1,-80 0 46,0 0-46</inkml:trace>
  <inkml:trace contextRef="#ctx0" brushRef="#br0" timeOffset="271393.9838">21949 6617 0,'40'0'156,"0"0"-156,1 0 0,-1 0 15,0 0-15,0 0 0,0 0 0,0 40 16,0-40-16,0 0 0,1 0 0,-1 0 16,40 0-16,-40 40 0,0-40 0,0 0 15,41 0-15,-41 0 0,40 0 16,-40 0-16,40 0 0,1 0 0,-1 0 16,40 0-16,1 0 0,-1 0 0,0 0 15,1 0-15,39 0 0,-39 0 0,39 0 16,-40 0-16,1 0 0,-1 0 0,1 0 15,-41 0-15,40 0 0,-40 0 0,1 40 16,-1-40-16,-40 0 0,40 0 0,-40 0 16,1 0-16,39 0 0,-40 0 0,0 0 15,40 0-15,-39 0 0,39 0 0,0 0 16,0-40-16,41 40 0,-1 0 16,-40 0-16,41 0 0,-1 0 0,-40 0 0,41 0 15,-1 0-15,-40 40 0,1-40 16,39 0-16,-40 0 0,0 0 0,1 0 15,-1 40-15,-40-40 0,40 0 0,-40 0 16,1 0-16,-1 0 0,0 0 0,0 0 16,0 0-16,0 0 0,0 0 15,0 0-15,1 0 0,39-40 16,-40 40-16,0 0 0,0 0 0,0 0 16,0 0-16,1 0 0,-1 0 0,0 0 15,0 0-15,0 0 16,0-40-16,0 40 15,0 0 17,1 0-17,-1 0 1,0 0-16,0 0 16,0-40-16,0 40 15,0 0 1,0 0-1,1 0-15,-1 0 16,-40-40-16,40 40 16,0 0-16,0 0 0,0 0 15,0 0-15,1 0 0,-1 0 16,0 0-16,0 0 0,0 0 0,40 0 16,-40 0-16,1 0 0,-1 40 0,0-40 15,0 0-15,0 0 0,0 0 0,0 0 16,0 0-16,1 40 0,-1-40 0,0 0 15,0 0-15,-40-40 16,-40 40 15,0 0-15,0 0-16,-41 0 16,41 0-16</inkml:trace>
  <inkml:trace contextRef="#ctx0" brushRef="#br0" timeOffset="272757.7907">22070 8221 0,'-41'0'0,"41"40"15,41-40 79,-1 0-78,0 0-16,0 0 15,0 0-15,0 0 16,0 0-16,0 0 16,1 0-16,-1 0 0,0 0 15,0 0-15,0 0 0,0 0 0,0 0 16,0 0-16,1 0 0,-1 0 0,40 0 16,-40 0-16,0 0 0,40 0 0,-39 0 15,-1 0-15,40 0 0,-40-40 0,40 40 16,1 0-16,39 0 0,-40 0 0,41 0 15,-41-40-15,40 40 0,1 0 0,-1 0 16,0 0-16,1 0 0,-41 0 0,40 0 16,-39 0-16,-1 0 0,0 0 0,0 0 15,1 0-15,-1 0 0,-40 0 0,40 0 16,-40 0-16,0 0 0,1 0 0,39 0 16,-40 0-16,40 0 0,-40 0 0,41 0 15,-1 0-15,0 0 0,0 0 16,1-40-16,-1 40 0,0 0 0,0 0 15,1-40-15,-1 40 0,0 0 0,0 0 16,1 0-16,-1 0 0,0-40 0,0 40 16,1 0-16,-1 0 0,0 0 0,0 0 15,1 0-15,-41 0 0,40 0 0,0 0 16,-40 0-16,41 0 0,-41 0 0,0-41 16,40 41-16,-40 0 0,41 0 0,-41 0 15,0-40-15,40 40 0,-40 0 0,40 0 16,-39-40-16,39 40 0,-40 0 0,0 0 15,0 0-15,0-40 0,0 40 16,1 0-16,-1 0 0,0 0 16,0 0-16,0 0 0,0 0 15,0 0-15,0 0 16,41 0 15,-41 0-15,0 0-1,0 0 1,-80 0 31,40-40-47</inkml:trace>
  <inkml:trace contextRef="#ctx0" brushRef="#br0" timeOffset="274225.7973">23113 4531 0,'0'-40'31,"-40"40"-15,80 0 46,-40 40-62,0 0 16,0 1-16,0-1 15,0 0-15,0 0 16,0 0-16,0 0 16,0 0-16,40 0 0,-40 0 0,0 0 15,0 1-15,40-1 0,-40 40 0,0-40 16,0 40-16,40-40 0,-40 41 0,0-41 15,0 40-15,40-40 0,-40 0 0,0 40 16,0-40-16,0 41 0,0-41 0,0 0 16,40 40-16,-40-40 0,0 0 0,0 40 15,0-39-15,0-1 0,0 40 0,0-40 16,0 40-16,0-40 0,0 0 0,0 0 16,0 41-16,0-41 0,0 0 0,0 0 15,0 0-15,0 40 0,0-40 0,0 1 16,0 39-16,0-40 0,0 0 15,0 40-15,0-40 0,0 40 0,0-39 16,0 39-16,41-40 0,-41 0 0,0 0 16,0 40-16,40-40 0,-40 1 0,0-1 15,0 0-15,0 0 0,0 0 0,0 0 16,0 40-16,0-40 0,0 0 0,0 1 16,0-1-16,0 40 0,0-40 0,0 0 15,-40 0-15,40 0 0,0 0 16,0 1-16,0-1 0,0 0 0,0 0 15,0 0-15,0 0 16,0 0-16,0 0 16,40-40-1,-40 40 1,0 0 0,0 1-16,0-1 15,0 0-15,0 0 0,0 0 0,0 0 16,0 0-16,40 0 0,-40 0 15,0-80 1,-40 0 0,40 0-16,0-40 0</inkml:trace>
  <inkml:trace contextRef="#ctx0" brushRef="#br0" timeOffset="275505.5689">24597 4571 0,'41'0'15,"-41"41"110,0-1-109,0 0-16,0 0 16,0 0-16,0 0 0,0 0 15,0 40-15,0-40 0,0 1 0,0-1 16,0 40-16,0-40 0,40 40 0,-40-40 16,0 41-16,0-41 0,0 40 0,0-40 15,0 40-15,0-40 0,40 40 0,-40-39 16,0 39-16,0-40 0,0 0 0,0 40 15,0-40-15,0 41 0,0-41 0,40 0 16,-40 40-16,0-40 0,0 40 0,0-40 16,0 41-16,0-1 0,0-40 15,0 40-15,0 0 0,0 1 0,0-41 16,0 40-16,0 0 0,0 0 0,0-40 16,0 41-16,0-1 0,0-40 0,0 40 15,0-40-15,0 40 0,0-39 0,0-1 16,0 40-16,0-40 0,0 0 0,0 40 15,0-40-15,40 0 0,-40 41 0,0-41 16,0 0-16,0 0 0,0 40 0,0-40 16,0 0-16,0 1 0,0-1 15,0 0-15,0 0 0,40-40 16,-40 40-16,0 0 16,0 0-16,40-40 0,-40 40 15,40 0 1,-40 0-16,0 1 15,0-1-15,0 0 0,0 0 16,0 0-16,0 0 0,41 0 16,-41 0-16,0 0 0,0-80 31,0 0-31,0 0 0</inkml:trace>
  <inkml:trace contextRef="#ctx0" brushRef="#br0" timeOffset="276649.9996">26483 4612 0,'0'-41'16,"0"1"-16,0 0 15,0 0 1,0 0-16,0 80 125,0 0-110,0 0-15,0 0 0,0 1 16,0-1-16,0 0 0,0 0 16,0 0-16,0 40 0,0-40 0,0 0 15,0 41-15,0-41 0,0 40 16,0-40-16,0 40 0,0 0 0,0-39 16,0 39-16,0-40 0,0 0 0,0 40 15,0-40-15,0 0 0,0 0 0,0 1 16,0-1-16,0 0 0,41 0 0,-41 0 15,0 0-15,40 0 0,-40 40 16,0-39-16,0-1 0,0 0 0,0 0 16,0 40-16,0-40 0,0 0 0,0 40 15,0-39-15,0 39 0,0-40 0,0 40 16,0-40-16,0 40 0,0 1 0,0-41 16,0 40-16,0 0 0,0-40 15,0 40-15,0-39 0,0-1 0,0 40 16,0-40-16,0 0 0,0 0 0,0 0 15,0 0-15,0 1 0,0-1 0,0 0 16,0 0-16,0 0 0,0 40 0,0-40 16,0 0-16,0 0 0,0 1 0,0-1 15,0 0-15,0 0 0,0 0 16,0 0-16,0 0 0,0 0 16,0 0-16,0 1 0,0-1 15,0 0-15,0 0 0,0 0 0,0 0 16,40-40-16,-40 40 0,40 0 0,-40 0 15,0 0-15,0 1 16,0-1 0,0-80 31,0-1-47</inkml:trace>
  <inkml:trace contextRef="#ctx0" brushRef="#br0" timeOffset="277694.0502">27808 4491 0,'40'0'32,"-80"0"15,40 40-32,0 0 1,0 1-1,0-1 1,0 0-16,0 0 16,0 0-16,0 0 0,0 0 15,0 0-15,0 0 0,0 41 0,0-41 16,0 40-16,0 0 0,0 0 16,0-40-16,0 41 0,0-41 0,0 40 0,0 0 15,0-40-15,0 40 0,0-39 16,0 39-16,0-40 0,0 40 0,0-40 15,0 40-15,0 1 0,0-41 0,0 40 16,0-40-16,0 40 0,0-40 0,-41 41 16,41-41-16,0 40 0,0-40 0,-40 40 15,40-40-15,0 41 0,0-41 0,0 40 16,-40 0-16,40 0 0,0 0 0,-40-39 16,40 39-16,0 0 0,0 0 0,0-40 15,0 41-15,0-1 0,0-40 0,0 40 16,0-40-16,0 40 0,0-40 15,0 41-15,0-41 0,0 0 0,0 0 16,0 0-16,0 0 0,0 0 0,0 0 16,0 1-16,0-1 0,0 0 0,0 0 15,0 0-15,0 0 0,0 0 16,0 0-16,0 0 0,0 0 16,0 1-16,0-1 0,0 0 15,40 0-15,-40 0 0,0 0 16,0-80-1</inkml:trace>
  <inkml:trace contextRef="#ctx0" brushRef="#br0" timeOffset="281410.3431">23113 4612 0,'40'0'62,"-40"-41"32,-80 41-16,40 0-47,-1 0-15,41-40 0,-40 40-16,0 0 15,0 0 1,0 0-16,0 0 15,0 0 1,0 0 0,-1 0-1,1 0 1,0 0 0,0 0-16,0 0 15,0 0 1,40 40-16,-40-40 0,0 0 15,-1 0-15,1 0 16,0 0 15,0 0 16,0 0-31,0 0-1,0 0 1,0 0 265,40 41-281,0-1 16,-41-40-16,41 40 0,0 0 62,0 0-46,0 0 0,41-40-1,-41 40-15,0 0 16,40-40-16,-40 40 0,0 0 16,0 1-16,0-1 0,40 0 15,-40 0-15,0 0 0,0 0 16,0 0-16,0 0 15,0 0-15,0 1 0,0-1 16,0 0-16,0 0 16,40-40 156,0-40-157,0 40 1,-40-40-16,40 40 0,0 0 31,1 0-15,-1 0-1,0 0-15,0 0 16,0 0-16,0 0 16,0 0-16,0 40 15,1-40 1,-1 0-16,0 0 15,-40 40 1,40-40-16,0 0 16,0 0-1,0 0 1,0 0 0,1 0 15,-1 0-16,0 0 1,0 0 0,0 0-1,0 0 17,0 0-17,-40-40 95,0 0-110,0 0 15,0-1-15,0 1 16,0 0-16,0 0 15,0 0 1,-40 0 0,40 0-16,0 0 15,0 0 1,0-1-16,0 1 16,0 0-16,0 0 15,0 0-15,0 0 31,0 0-31,0 0 16,0 0 0,-40 40-16,40-40 15,-40 40 251,0 0-250,0 0-1,0 0-15,40-41 16,-41 41-16,1 0 0,0 0 15,0 0-15,0 0 16,0 0 0,0 0-16,0 0 15,-1 0-15,1 0 16,0 0 0,0-40-1</inkml:trace>
  <inkml:trace contextRef="#ctx0" brushRef="#br0" timeOffset="282113.8293">22471 4732 0,'0'80'79,"0"-40"-79,-40 0 15,40 0-15,-40 0 0,40 1 0,-41-1 16,41 40-16,0-40 0,-40 0 15,40 0-15,0 0 0,-40 0 0,40 1 16,-40-1-16,40-80 31,0-41-31</inkml:trace>
  <inkml:trace contextRef="#ctx0" brushRef="#br0" timeOffset="282509.8687">22832 4612 0,'0'40'47,"-40"-40"-47,40 40 15,-40 0 1,0-40 0,40 40-16,0 0 15,-41 0 1,41 0-16,-40 0 0,40 0 15,0 1-15,0-1 0,-40 40 0,40-40 16,0 0-16,0 0 0,-40 0 0,40 0 16,0 1-16,0-1 0,-40-40 0,40 40 15,0 0-15,0 0 16,-40-40-16</inkml:trace>
  <inkml:trace contextRef="#ctx0" brushRef="#br0" timeOffset="282842.1208">22952 5053 0,'0'40'47,"0"0"-32,-40 0 1,40 0 0,-40 0-16,0 0 0,40 0 15,-40-40-15,40 41 0,0-1 0,0 0 16,-40-40-16,40 40 15</inkml:trace>
  <inkml:trace contextRef="#ctx0" brushRef="#br0" timeOffset="283025.1118">22992 5253 0,'0'40'0,"0"0"47,-40-40-47,40 41 0,0-1 0,-40 0 16,40 0-16,-40 0 0</inkml:trace>
  <inkml:trace contextRef="#ctx0" brushRef="#br0" timeOffset="309213.9543">20184 5053 0,'0'0'0,"0"40"0,-41-40 0,41 40 16,-40-40-16,40 40 16,0-80 140,40 40-94,1 0-46,-41-40 0,40 40-16,-40-40 15,40 40-15,0-40 16,0 40-16,0-41 15,0 41 1,0-40-16,1 40 16,-1 0 15,0 0-15,0 0-1,-40-40-15,40 40 16,0 0-16,0 0 15,0 0-15,1 0 16,-41-40-16,40 40 16,0 0-16,0 0 0,0 0 15,0 0 1,0-40-16,0 40 0,1 0 16,-1 0-16,0 0 15,0 0-15,0 0 16,0 0-16,0 0 15,0 0 1,1 0-16,-1 0 16,0 0-16,0 0 15,0 40-15,0-40 16,0 0-16,0 0 16,1 0-1,-1 0 1,0 0 15,0 0 0,0 0-31,0 0 16,0 0 15,1 0-15,-41 40 15,40-40-31,0 0 47,0 0-31,0 0-1,0 0 1,0 40-16,0-40 15,1 0 1</inkml:trace>
  <inkml:trace contextRef="#ctx0" brushRef="#br0" timeOffset="309930.1028">22029 4812 0,'41'0'219,"-1"0"-219,0 0 16,0 0-16,0 0 15,0 0 1,0 0-16,-40 40 15,40-40-15,-40 40 0,41-40 0,-41 40 16,40-40-16,-40 40 16,0 1 15,0-1-15,-40 0-1,-1-40-15,41 40 0,-80-40 16,40 0-16,0 40 0</inkml:trace>
  <inkml:trace contextRef="#ctx0" brushRef="#br0" timeOffset="312773.5414">14526 4852 0,'-40'0'297,"40"40"-156,0 0-141,0 0 0,0 1 0,0-1 16,0 40-16,0-40 0,0 0 0,0 0 15,0 0-15,0 0 0,0 1 16,0-1-16,0 0 0,0 0 15,0 0 1,0-80 47,0 0-32,0 0-16,0 0 1,0-1 0,0 1-1,40 40-15,-40-40 16,40 40-16,-40-40 16,40 40-1,0 0 1,0 0-1,-40-40-15,40 40 0,1 0 16,-1 0 0,-40 40-1,0 0-15,0 0 16,0 0-16,0 1 16,0-1-16,0 0 0,0 0 15,0 0-15,-40-40 16,40 40-16,0 0 15,-41-40-15,1 0 32,0 0-32,0 0 15,0 0-15,40-40 16,-40 40-16,0 0 16,-1 0-16</inkml:trace>
  <inkml:trace contextRef="#ctx0" brushRef="#br0" timeOffset="313322.4169">15088 5173 0,'0'0'0,"0"-40"15,0 80 48,40-40-63,-40 40 15,80-40-15,-40 40 16,-40 0-16,40-40 16,0 40-16,0-40 15,-40 41-15,0-1 16,0 0 0,-40-40-1,0 0 16,40-40 1,0 0-32,0-1 15,0 1-15,0 0 16,40 40-16,0 0 16,-40-40-16,41 40 0,-1 0 15,-40-40-15,40 40 0,0 0 0,0-40 16,0 40-16,0 0 15,-40-40-15</inkml:trace>
  <inkml:trace contextRef="#ctx0" brushRef="#br0" timeOffset="313537.2698">15810 4972 0,'0'41'63,"40"-1"-63,-40 0 0,0 0 15,40 0-15,-40 0 0,0 0 16,0 0-16,0 0 0,0 1 16,0-1-16</inkml:trace>
  <inkml:trace contextRef="#ctx0" brushRef="#br0" timeOffset="313718.7552">15930 4812 0,'-40'0'0,"80"0"0,-80-40 0</inkml:trace>
  <inkml:trace contextRef="#ctx0" brushRef="#br0" timeOffset="314437.5967">16211 5053 0,'0'-40'31,"-40"40"-31,0 0 16,40 40-1,-40-40-15,40 40 16,-40 0-16,40 0 16,0 0-16,40-40 31,-40-40-15,40 40-16,-40-40 0,0 0 15,40 0-15,0 0 0,-40-1 16,0 1-16,0 0 15,0 0-15,0 0 16,0 80 0,0 0-1,0 0-15,0 0 16,0 1-16,0-1 0,0 0 0,0 0 16,0 0-16,0 0 0,0 0 15,0 0-15,0 0 0,0 1 16,-40-41-16,40 40 0,0 0 0,0 0 15,0 0-15,0 0 0,-40 0 16,40 0-16,-40 0 0,40 0 0,-40 1 16,40-1-16,-41 0 0,1-40 0,40 40 15,-40 0-15,0 0 0,0 0 16,0 0-16,0-40 16,40 40-16,0-80 31,0 0-16,0 0-15,0 0 0,0 0 16,0 0-16,0 0 0,0 0 0,40 40 16,-40-41-16,0 1 0,0 0 15,40 40-15,-40-40 0,40 40 0,-40-40 16,40 40-16,0 0 0,-40-40 16,40 40-16,1 0 15,-1-40-15,0 40 0,0-40 16,0 40-16,-40-40 15,40 40-15</inkml:trace>
  <inkml:trace contextRef="#ctx0" brushRef="#br0" timeOffset="315005.4226">16652 4732 0,'0'0'0,"0"-40"16,-40 40 46,40 40-62,0 0 16,0 0 0,0 0-16,40 0 15,-40 0-15,0 0 16,0 1-16,0-1 0,0 0 16,0 0-16,0-80 46,0 0-30,0 0-16,41-1 16,-1 1-1,0 40 1,-40 40 15,40-40-31,-40 41 16,0-1-1,40 0-15,-40 0 16,0 0-16,0 0 16,0 0-1,0 0 1,80-40-16</inkml:trace>
  <inkml:trace contextRef="#ctx0" brushRef="#br0" timeOffset="315333.392">17294 4692 0,'0'-40'0,"0"0"31,0 80 32,0 0-63,0 0 15,0 0-15,0 0 16,0 0-16,0 0 16,0 0-16,0 0 15,0 1-15,0-1 0,41 0 16,-41 0-16,40-40 15,-40 40-15,40-40 16,0 0-16</inkml:trace>
  <inkml:trace contextRef="#ctx0" brushRef="#br0" timeOffset="315540.2329">17014 5013 0,'0'-41'16,"40"1"-16,80 0 15,0 0 1,-39 0 0,-41 40-16,40 0 15</inkml:trace>
  <inkml:trace contextRef="#ctx0" brushRef="#br0" timeOffset="315962.1321">17495 4732 0,'40'0'15,"0"0"1,0 0-16,1 0 15,-1 0-15,0 0 16,-40 40 0,0 0-1,0 0-15,0 0 0,-40 0 16,40 0 0,-40-40-16,40 41 0,0-82 46,40 1-46,0 0 16,0 0-16,-40 0 0,40 40 16,-40-40-16,40 40 15,0 0 17,-40 40-17,0 0-15,40-40 0,-40 40 16,0 0-16,41-40 15,-41 40-15</inkml:trace>
  <inkml:trace contextRef="#ctx0" brushRef="#br0" timeOffset="317090.0964">18258 4732 0,'0'0'0,"40"0"140,0 0-140,40-40 16,-40 40-16,0-40 15,0 40-15,-40-40 0,41 40 16,-1 0-16,-40-41 0,40 41 16,-40-40-16,0 0 0,0 0 31,-40 40-15,-41 40-1,41 0-15,0-40 16,40 40-16,-40-40 0,40 41 0,-40-1 15,40 0-15,-40-40 0,40 40 0,0 0 16,0 0-16,40-40 31,0 0-31,40 0 16,-40 0-16,1-40 0,-1 40 16,0 0-16,0-40 0,0 0 15,0 40-15,-40-40 0,40 0 16,-40-1-1,40 41-15,-40-40 16,0 0-16,0 80 94,0 0-79,81-40-15,-81 41 16,0-1-16,0 0 16,0 0-1,0 0-15,0 0 16,-40-40-16,40 40 0,-41-40 0,41 40 16,-40-40-16,40 40 0,-40-40 0,0 0 15,40-40 1,40 40-1,-40-40-15,80 40 0,-80-40 0,41 0 16,-1 40-16,0-40 0,0 0 0,0 40 16,-40-40-16,40 0 0,0-1 0,0 1 15,1 40-15,-41-40 0,40 40 0,0-40 16,-40 0-16,40 0 16,-40 0-16,-80 40 46,80 40-30,0 0 0,0 0-1,40 0-15,-40 0 16,40-40-16,-40 40 0,40-40 16,0 41-16,-40-1 0,40 0 15,-40 0-15,0 0 16,-40 0-16,-40 0 15,0 0-15,40 0 0,-41 0 16,1 1-16,0-41 0,40 40 0,-41 0 16</inkml:trace>
  <inkml:trace contextRef="#ctx0" brushRef="#br0" timeOffset="318241.5744">14405 6296 0,'0'0'0,"81"0"63,-81-40-63,40 40 15,0 0 1,0 40 0,0 0-1,-40 0-15,40-40 16,-40 40-16,0 0 15,0 0-15,0 1 16,0-1 0,-40-40-16,40 40 0,-40-40 15,0 0-15,0 0 16,0 0-16,-1-40 16,1 40-1,0-40-15,0-1 16,40 1-16,-40 40 15,40-40-15,0 0 32,80 40-17</inkml:trace>
  <inkml:trace contextRef="#ctx0" brushRef="#br0" timeOffset="318632.8067">14686 6296 0,'40'0'0,"1"0"16,-1 0 0,0 0-16,40 40 15,-40-40-15,0 0 16,-40 40-1,0 0-15,40-40 0,-40 80 16,0-39 0,-40-41-1,0 0 1,40-41 0,0-39-1,40 40-15,41-40 16,-41 80-16,0-40 15,0 0-15,40 40 16,0-40 0,-39 40-1</inkml:trace>
  <inkml:trace contextRef="#ctx0" brushRef="#br0" timeOffset="319241.8877">14325 7138 0,'40'0'32,"-40"40"30,0 0-46,0 0-16,0 1 0,-40 39 15,40-40-15,0 0 0,0 40 0,0-40 16,0 0-16,0 1 0,0-1 0,0 0 16,0 0-16,0 0 0,0 0 15</inkml:trace>
  <inkml:trace contextRef="#ctx0" brushRef="#br0" timeOffset="319550.8057">14004 7258 0,'0'0'0,"0"-40"15,0 0 1,40 40 0,81-40-1,-41 0 1,-40 40-16,0-40 16,0 40-1,0 0-15,0 0 16</inkml:trace>
  <inkml:trace contextRef="#ctx0" brushRef="#br0" timeOffset="319884.9635">14044 7820 0,'0'40'16,"40"-40"0,0 0-1,1 0 16,-1 0-15,0 0-16,0 0 0,-40-40 16,40 40-16,0 0 0,0-40 0,0 40 15,1 0-15,-41-40 0,40 40 16,-40-40-16,40 40 0</inkml:trace>
  <inkml:trace contextRef="#ctx0" brushRef="#br0" timeOffset="320349.6998">14606 7539 0,'40'0'47,"0"0"-32,0 40 16,-40 0-15,0 1 0,0-1-1,-40-40-15,40-40 47,0-41-31,81 41-16,-81 0 0,40 0 15,0 40-15,-40-40 0,40 40 0,0-40 16,0 40-16,-40-40 0,40 40 16,0 0-16,1 0 15,-41 40 1,0 0-16,0 0 16,0 0-16,0 0 15,40-40-15,-40 40 16,0 0-16,0 1 15</inkml:trace>
  <inkml:trace contextRef="#ctx0" brushRef="#br0" timeOffset="320725.5895">15409 7098 0,'-41'-40'15,"1"40"-15,40-40 16,0 0 0,0 0 15,0 80-16,0 40 1,40-40 0,-40 0-16,0 0 15,0 0-15,0 0 0,0 1 16,0-1-16,0 0 0,-40 0 16,40 0-16,0 0 0,0 0 15,0 0-15,0 0 16,0 1-16,0-1 15,40-40-15,1 0 16,-1 0 0,0-40-16</inkml:trace>
  <inkml:trace contextRef="#ctx0" brushRef="#br0" timeOffset="320942.0026">15248 7459 0,'40'0'16,"-40"-40"-1,40 40-15,0 0 0,1-40 16,-1 40-16,-40-40 0,40 40 15,0 0-15,-40-40 0</inkml:trace>
  <inkml:trace contextRef="#ctx0" brushRef="#br0" timeOffset="321306.0523">15569 7459 0,'40'0'16,"40"-40"-1,-39 40-15,39-80 16,-40 80-16,40-81 16,0 41-16,-80 0 31,-40 0-31,0 40 16,0 0-1,0 0 1,0 0-16,0 0 0,40 40 15,0 0 1,-40 41-16,40-1 16,0-40-1,80 0 1,40-40 0,-40-40-1,-80 0 1,41 0-16</inkml:trace>
  <inkml:trace contextRef="#ctx0" brushRef="#br0" timeOffset="321733.1547">16412 7018 0,'-40'-40'0,"40"0"16,0 80 15,40-40-31,-40 40 0,0 0 16,0 0-16,0 0 15,0 0-15,0 0 16,0 0 15,0-80 0,0 0-31,40 40 0,-40-40 16,40 0-16,0 0 16,-40 0-16,40 40 15,0 0-15,0 0 16,-40-40-16,41 40 0,-1 0 16,-40 40-1,0 0 1,0 0-16,0 0 15,0 0-15,-40 0 16,-1 0 0</inkml:trace>
  <inkml:trace contextRef="#ctx0" brushRef="#br0" timeOffset="322057.8462">17094 6777 0,'-40'0'0,"80"0"0,-161 0 15,121 40 32,0 0-47,0 1 16,0 39-1,0-40-15,0 0 16,0 0 0,0 0-16,41-40 0,-41 40 31,-41-40-15,41 40-16,-80-40 0,40 0 15,0 0-15,0 40 0,0-40 16</inkml:trace>
  <inkml:trace contextRef="#ctx0" brushRef="#br0" timeOffset="322325.6863">17455 6657 0,'0'40'32,"0"0"-17,0 0 1,0 0 0,0 0-16,0 1 0,0-1 15,0 0-15,0 0 0,0 0 16,-40 0-16</inkml:trace>
  <inkml:trace contextRef="#ctx0" brushRef="#br0" timeOffset="322517.869">17495 6537 0,'0'0'0,"-40"0"16,40-41-1,0 1 1,0 0 0</inkml:trace>
  <inkml:trace contextRef="#ctx0" brushRef="#br0" timeOffset="322829.7639">17736 6456 0,'0'0'0,"40"0"15,0-40 1,-40 80 15,0 0-15,0 1-1,0-1-15,0 0 0,0 0 16,0 0-16,0 0 0,-40-40 16,40 40-16,0 0 0,0 0 15,0 1-15,-40-1 0,40 0 16,0 0-1</inkml:trace>
  <inkml:trace contextRef="#ctx0" brushRef="#br0" timeOffset="323425.7369">17575 6857 0,'40'-40'15,"-40"0"-15,41 40 16,39-40 0,40 40-1,-80-40 1,0 40-16,1 0 15,-41-40-15,40 40 0,-40-40 16,0 0 0,0 80 15,0 0-15,0 0-1,0 0-15,40-40 31,0 0-31,0 0 16,-40-40-16,40 40 0,-40-40 0,40 40 16,-40-40-16,41 0 0,-41 0 15,0-1 1,40 41 0,-40 41-1,0-1 1,0 0-1,0 0-15,0 0 16,0 0-16,0 0 16,-40 0-16,40 0 0,-41 1 15,41-1-15,-40 40 0,40-40 0,0 0 16,-40 0-16,40 40 0,-40-40 0,40 1 16,-40-1-16,0 0 0,-41 0 0,41 0 15,-40 0-15,0 0 0,0-40 16,-1 40-16,-39-40 0</inkml:trace>
  <inkml:trace contextRef="#ctx0" brushRef="#br0" timeOffset="330665.9843">1565 5494 0,'40'0'141,"-40"-40"-126,40 40-15,0 0 16,0 0-16,1 0 16,-1 0-1,0 0-15,0 0 16,-40 40-16,40-40 0,0 0 15,0 0-15,-40 40 0,40-40 32,-40 40-32,0 0 15,0 0-15,0 0 16,0 0-16,-40 1 0,0-1 16,40 0-16,-40-40 0,40 40 15,-40 0-15,0 0 0,0 0 16,40 0-16,-40-40 15,40 40-15,-41-40 0,41 41 16,-40-41-16,40 40 0,-40-40 0,0 40 16,0 0-16,40 0 15,-40-40-15,40 40 16,0 0 0,0 0-1,0 0 16,0 0-31,40-40 16,0 41 0,0-41-16,0 0 0,0 0 0,1 0 15,-1 0-15,0 0 0,0 0 16,0 0-16,0-41 0,0 41 16,-40-40-16,40 40 15,-40-40-15,41 40 0,-41-40 16,40 0-16,-40 0 15,0 0 1,0 0-16,-40 0 16,-1 0-16,1 40 15,0-41-15,0 41 0,0-40 16,0 0-16,0 40 16,0-40-16,-1 0 15,1 0-15,0 0 16,40 0-16,-40 0 0,40-1 15,-40 1-15,40 0 0,0 0 16,0 0-16,0 0 16,0 0-16,0 0 15,40 40 1,0 0 0,40 0-16,-39 0 15,-1 40-15,0-40 0,0 0 0</inkml:trace>
  <inkml:trace contextRef="#ctx0" brushRef="#br0" timeOffset="331744.7953">2929 5213 0,'-40'0'16,"40"40"46,0 0-46,0 0-16,0 1 0,0-1 16,0 0-16,0 0 0,-40 0 15,40 0-15,0 0 0,0 40 0,0-40 16,0 1-16,0-1 0,0 0 0,0 0 16,0 0-16,0 0 0,0 0 0,0 0 15,0 0-15,0 1 16,0-1-16,0-80 62,0-1-30,0 1-32,0 0 15,0 0 1,40 40-1,-40-40 1,40 40-16,0 0 0,0 0 16,1-40-16,-1 40 15,0 0-15,0 0 16,0 0 0,-40 40-16,40 0 15,-40 0 1,0 0-1,0 0-15,0 1 16,-40-41 0,40 40-16,-40-40 0,40 40 15,-40 0 1,0-40-16,0 40 16,-1-40-16,1 0 15,0 0-15,0 0 16,0 0-16,40-40 0,-40 40 15,40-40-15,-40 40 0,40-40 16,0 0-16,-40 40 16</inkml:trace>
  <inkml:trace contextRef="#ctx0" brushRef="#br0" timeOffset="332118.0059">3571 5815 0,'-40'0'31,"40"40"0,0 0-15,0 0 0,0 0-16,0 0 15,0 0-15,0 0 0,0 1 16,0-1-16,0 0 15,0 0-15,0 0 16</inkml:trace>
  <inkml:trace contextRef="#ctx0" brushRef="#br0" timeOffset="332334.1308">3531 5574 0,'0'-40'16,"-40"40"-16</inkml:trace>
  <inkml:trace contextRef="#ctx0" brushRef="#br0" timeOffset="332942.2454">4213 5173 0,'0'40'15,"0"-80"-15,0 120 78,0-40-62,0 0 0,0 1-16,0-1 15,0 0-15,0 0 0,0 0 16,0 0-16,0 0 0,0 0 0,0 0 15,0 0-15,-40 1 0,40-1 0,0 0 16,0 0-16,0 0 0,0 0 16,0 0-16,0 0 0,0 0 15,0 1-15,40-41 0,-40 40 16,40-40-16,1 0 16,-1 0-16,0 0 15,0 0-15,0 0 16,-40-40-16,40 40 0,-40-41 0,40 41 15,-40-40-15,40 40 0</inkml:trace>
  <inkml:trace contextRef="#ctx0" brushRef="#br0" timeOffset="333245.8326">3973 5815 0,'40'0'46,"0"0"-30,0 0-16,0-40 0,40 40 0,-40-41 16,41 41-16,-41-40 0,0 40 15,40 0-15,-40-40 0,0 40 0,-40-40 0</inkml:trace>
  <inkml:trace contextRef="#ctx0" brushRef="#br0" timeOffset="334742.2571">5497 5133 0,'0'40'94,"0"0"-79,0 0-15,0 0 0,0 0 0,0 1 16,0-1-16,40 40 0,-40-40 0,0 40 15,0-40-15,0 40 0,0-39 0,0 39 16,0-40-16,0 0 0,-40 0 0,40 0 16,0 0-16,-40 0 0,40 1 15,-40-41-15</inkml:trace>
  <inkml:trace contextRef="#ctx0" brushRef="#br0" timeOffset="335141.9896">5257 5293 0,'0'0'0,"40"0"46,0 0-30,0 0-16,0-40 0,0 40 16,0-40-16,41 0 0,-41 40 0,0 0 15,0-40-15,0 40 0,0-40 0,0 40 16,0 0-16,-40-40 16</inkml:trace>
  <inkml:trace contextRef="#ctx0" brushRef="#br0" timeOffset="335422.9289">5056 6336 0,'0'0'16,"80"40"-1,0-40 1,81-80 0,-121 40-16,80 0 15,-79 0-15,79-41 16</inkml:trace>
  <inkml:trace contextRef="#ctx0" brushRef="#br0" timeOffset="336101.7238">5979 5614 0,'0'0'0,"0"-40"16,40 80 15,-40 0-31,0 0 16,40 0 0,-40 1-16,0-1 15,0 0-15,0 0 16,0 0-16,0 0 15,40-40-15,-40-40 47,0 0-31,40 40-16,-40-40 0,0 0 16,81 0-16,-81-1 15,40 41-15,0 0 31,-40 41-31,0-1 16,40 0 0,-40 0-1,0 0-15,-40-40 32,80-40-1,0 0-16,-40 0-15,40 0 0,-40-1 16,40 1-16,0 40 16,-40-40-16,41 40 0,-1 0 15,0 0 1,-40 40 0,40 0-16,0-40 15,-40 41-15,0-1 16,0 0-16,0 0 15,0 0-15,0 0 16</inkml:trace>
  <inkml:trace contextRef="#ctx0" brushRef="#br0" timeOffset="336562.1079">7142 5614 0,'0'0'0,"-40"-40"16,40 0 0,-40 40-1,0 40 1,0 40-1,0 0 1,40-39 0,0-1-1,40-40 1,0-40 0,0-81-1,0 41 1,0 40-1,-40 80 17,0 0-17,41-40-15,-41 40 16,0 0-16,0 0 0,40 1 16,-40-1-1,40 0-15,0-40 16,-40 40-16,40-40 15</inkml:trace>
  <inkml:trace contextRef="#ctx0" brushRef="#br0" timeOffset="337576.9168">7744 5534 0,'-40'0'16,"80"0"-16,-120 0 15,80 40 17,0 0-17,-40-40-15,40 40 16,0 0-16,0 0 16,0-80 30,0 0-46,0 0 16,0 0-16,0 0 16,0 0-16,0 0 15,0 80 32,0 0-31,0 0-16,0 0 15,0 0-15,0 0 0,0 0 16,40-40-16,-40 41 0,0-1 0,0 0 16,0 0-16,0 0 0,0 0 15,0 0-15,-40 0 16,40 0-16,-40-40 0,40 41 0,-40-1 16,0 0-16,40 0 15,-40-40-15,40 40 0,-41-40 16,1 0 31,40-40-47,0 0 15,0 0-15,0 0 16,0-1-16,0 1 16,0 0-16,0 0 15,40 0-15,1 40 16,-41-40-16,40 40 0,0 0 15,0-40 1,0 40-16,0 0 16,0 0-16,0 0 0,1-40 15,-1 40-15,0 0 16,0-40-16,0 40 0,0-41 16,0 41-16,0-40 0,1 40 15,-1-40-15,0 0 31,-40 0-15,-40 40 0,0 0-1,40-40-15,-41 40 16,1 0 0,0 0 15,40 40-31,0 0 15,0 0 1,0 0-16,0 0 16,0 1-16,80-41 15,-80 40-15,41-40 16,-1 0-16,0 0 0,0 0 16,0-40-16,0 40 0,0-41 15,0 41-15,-40-40 16,-40 0-1</inkml:trace>
  <inkml:trace contextRef="#ctx0" brushRef="#br0" timeOffset="342357.6455">3611 7660 0,'0'0'0,"0"40"110,0 0-79,-80 0-31,80 0 15,-40 0-15,40 0 0,-40 0 16,40 40-16,0-39 0,0 39 0,-40-40 16,40 40-16,-40-40 0,40 40 0,-41-39 15,41-1-15,0 40 0,0-40 0,0 0 16,0 0-16,-40 0 0,40 0 16,0 0-16,0 1 15,0-82 16,0 1-31,0-40 16,0 40-16,0 0 16,0-40-16,0 40 0,0 0 0,0-41 15,0 41-15,0-40 0,0 40 0,40-40 16,-40 40-16,0-41 0,41 41 0,-41 0 16,40 0-16,-40 0 0,40 0 0,-40 0 15,0 0-15,40 0 0,-40-1 16,40 1-16,0 0 15,0 0-15,1 0 16,-1 40-16,0 0 16,-40-40-16,40 40 15,0 0-15,-40 40 16,40-40-16,-40 40 16,0 0-16,0 0 0,0 0 15,0 1-15,0-1 0,0 40 0,0-40 16,0 0-16,-80 0 0,80 0 0,0 0 15,-40-40-15,40 40 0,-40 1 0,0-1 16,-1-40 0</inkml:trace>
  <inkml:trace contextRef="#ctx0" brushRef="#br0" timeOffset="342674.5357">4294 8141 0,'40'0'15,"-40"40"63,0 0-78,0 0 0,0 0 16,-40-40-16,40 80 0,0-39 0,-81-1 16,81 0-16,-40 40 0,40-40 0,-40 40 15,0-40-15,0 0 0,40 1 0,-40-1 16,40 0-16</inkml:trace>
  <inkml:trace contextRef="#ctx0" brushRef="#br0" timeOffset="342913.0138">4534 7900 0,'0'0'0,"-40"0"16,40-40-1,-40 40-15,40-40 16</inkml:trace>
  <inkml:trace contextRef="#ctx0" brushRef="#br0" timeOffset="343202.1244">4695 8141 0,'-40'0'0,"80"0"31,0 0-15,0 40-16,0-40 16,-40 40-16,40-40 0,-40 40 0,40-40 15,-40 40-15,41 0 0,-1 0 16,0 1-16,0-1 16,0 0-16,0-40 15,-40 40-15,40-40 0,-40 40 16,40-40-16,1 0 15,-41 40-15,40-40 16</inkml:trace>
  <inkml:trace contextRef="#ctx0" brushRef="#br0" timeOffset="343448.7327">5337 8301 0,'40'-80'15,"-40"40"-15,-40 80 47,0 0-31,0-40-16,40 40 0,-41 0 16,1-40-16,0 40 0,0 1 0,0-1 15,-40 0-15,40 0 0,-1 0 0,1 0 16,0 0-16,0 0 0,0 0 15,0 0-15,0 1 0</inkml:trace>
  <inkml:trace contextRef="#ctx0" brushRef="#br0" timeOffset="343917.933">5698 8381 0,'0'41'16,"40"-41"15,0-41-31,40 41 15,-80-40-15,41 40 0,-1-40 16,0 0 0,-40 0-16,0 0 31,-40 40-15,0 0-1,-1 0-15,1 0 16,0 40-16,0 0 15,0 0-15,40 0 0,0 0 16,-40 1-16,40-1 16,0 0-16,40-40 15,0 0-15,0 40 16,0-40-16,0 0 0,1 0 0,-1 0 16,0 0-16,0 0 0,-40-40 0,40 40 15,0-40-15,0 40 0,-40-40 0</inkml:trace>
  <inkml:trace contextRef="#ctx0" brushRef="#br0" timeOffset="344274.1602">6581 7700 0,'0'0'0,"0"40"78,0 0-63,0 0-15,0 0 0,0 0 16,-81 40-16,81-40 0,0 41 16,0-41-16,-40 40 0,40 0 0,-80-40 15,80 41-15,0-41 0,-40 0 0,40 40 0,-40-40 16,40 0-16,0 0 0,-40-40 16,40 40-16,0 0 0</inkml:trace>
  <inkml:trace contextRef="#ctx0" brushRef="#br0" timeOffset="345110.0452">7865 7940 0,'-40'0'0,"0"0"16,-1 0-16,1 0 0,0 0 15,0 40-15,0 0 16,0-40-16,40 41 15,0-1-15,-40-40 0,40 40 16,0 0-16,0 0 16,0 0-16,0 0 0,0 0 15,40 0-15,-40 1 16,40-41-16,-40 40 0,40-40 16,-40 40-16,0 0 15,0 0-15,-40 0 16,0 0-16,0-40 0,0 40 15,-41-40-15,41 0 0,0 0 0,0 40 16,0-40-16,0 0 0,-1 0 16,41-80-1</inkml:trace>
  <inkml:trace contextRef="#ctx0" brushRef="#br0" timeOffset="345353.7506">8065 8141 0,'0'40'47,"-40"-40"-47,40 40 15,0 0-15,0 0 0,-40 0 16,40 0-16,0 1 0,0-1 15,0 0-15,0 0 0,0 0 16,0 0-16,0 0 16</inkml:trace>
  <inkml:trace contextRef="#ctx0" brushRef="#br0" timeOffset="345563.5252">8266 7980 0,'-40'0'16,"40"-40"-16,-40 40 16,40-40-1,0 0 1,80 40-1</inkml:trace>
  <inkml:trace contextRef="#ctx0" brushRef="#br0" timeOffset="346133.9906">8467 8141 0,'0'0'0,"40"0"31,0 0-15,0 0-16,0 0 0,0 0 16,0 0-16,1 0 0,-1 0 15,0-40-15,0 40 0,0-40 16,-40 80 46,-40 0-46,40 0-16,-40-40 0,40 40 0,-40-40 16,40 40-16,-40-40 0,40 40 15,-41 0-15,1 0 0,0 1 0,0-1 16,0 0-16,0 0 15,0-40-15,40 40 0,-40 0 0,-1-40 16,41 40-16,-40-40 0,0 40 0,0-40 16,0 40-16,0-40 15,80 0 17,-40-40-17,40 40-15,0-40 16,0 40-1,0 0-15,1 0 16,-1 0-16,0 0 16,0 0-16,0 0 0,-40 40 15,40-40-15,0 0 0,0 0 0,1 0 16,-1 0-16,0 0 0,0 0 0</inkml:trace>
  <inkml:trace contextRef="#ctx0" brushRef="#br0" timeOffset="346541.7219">9269 8502 0,'-40'0'16,"80"0"-16,-40 0 15,40 0 1,41 0-1,-1 0-15,-40-40 16,-40 0 0,0-1-1,-40 1 17,0 40-17,0 0 1,-1 40-16,1 1 15,0-1-15,0-40 16,40 40-16,-40 0 0,40 0 16,0 0-16,0 0 15,40-40-15,0 40 16,40-40-16,-39 0 16,-1 0-16,0 0 15,0 0-15</inkml:trace>
  <inkml:trace contextRef="#ctx0" brushRef="#br0" timeOffset="347869.7878">10072 8261 0,'0'40'62,"0"0"-62,-40-40 16,40 40-16,-41 1 0,41-1 0,-80 0 16,80 0-16,0 0 0,-40 0 15,40 0-15,0 0 0,0 0 16,0 0-16,40 1 15,0-41-15,0 0 16,1 0 0,-1-41-16,0 1 15,0 0-15,0 0 16,-40 0-16,40 40 0,-40-40 16,0 0-16,0 80 31,-40 0-31,40 0 15,0 0-15,0 0 16,40-40 0,0 0-1,0 0-15,1 0 16,-1 0-16,0 0 16,0-40-16,0 0 0,-40 0 15,40 0-15,-40 0 16,0 0-16,0 0 0,0 0 15,0-1-15,-40 1 0</inkml:trace>
  <inkml:trace contextRef="#ctx0" brushRef="#br0" timeOffset="348121.8489">11035 8301 0,'-40'0'15,"40"40"17,0 0-32,0 1 15,0-1 1,0 0-16,0 0 15,0 0-15,0 0 0,0 0 0,0 0 16,-40-40 0,40 40-16</inkml:trace>
  <inkml:trace contextRef="#ctx0" brushRef="#br0" timeOffset="348301.8202">10914 8261 0,'0'0'0,"0"-40"0,-40 0 16,40 0 0</inkml:trace>
  <inkml:trace contextRef="#ctx0" brushRef="#br0" timeOffset="348621.8893">11396 8101 0,'-40'0'16,"0"40"15,40 0-31,0 0 16,0 0-1,-40 0-15,40 0 0,0 0 16,-41 1-16,41-1 0,0 0 15,0 0-15,-40-40 0,40 40 0,0 0 16,0 0-16,0 0 0,0 0 16,-40-40-16,40 40 15</inkml:trace>
  <inkml:trace contextRef="#ctx0" brushRef="#br0" timeOffset="348969.9185">11556 8261 0,'81'-40'16,"-41"40"-16,-40-40 15,0 80 48,-40-40-63,40 40 0,0 0 16,0 0-16,-40-40 0,40 40 15,-41 1-15,41-1 0,-40 0 16,40 0-16,0 0 0,-40 0 0,40 0 15,0 0-15,-40-40 0,40 40 16,0 0-16</inkml:trace>
  <inkml:trace contextRef="#ctx0" brushRef="#br0" timeOffset="349981.7158">12279 8341 0,'-40'0'0,"-1"0"31,41 40 0,0 1-31,-40-1 16,40 0-16,0 0 15,0 0-15,-40 0 0,40 0 0,0 0 16,-40 0-16,40 0 16,0 1-16,-40-41 0,40 40 15,0 0-15,40-80 47,0 40-31,0 0-16,0-40 0,1-1 15,-1 41-15,-40-40 0,40 40 16,0 0-16,0 40 16,-40 1-1,0-1-15,0 0 16,-40-40-1,40 40-15,-40-40 0,40 40 0,-40-40 16,0 0-16,40 40 0,-41-40 0,1 0 16,0 0-16,0 0 0,0 0 15,0 0-15,0 0 16,40-40-16,0 0 16,40 40-16,-40-40 0,40 0 15,40 0-15,-80-1 0,80 41 16,-80-40-16,41 40 0,-1 0 15,0 0-15,0 0 0,0 0 16,0 0-16,0 0 16,0 0-16,1 0 15,-1-40-15,0 40 0,0 0 16,0 0-16,-40-40 16,40 40-16,-40-40 0,40 40 15,-40-40 16,0 0-15,-40 40 15,40 40-31,-80-40 16,80 40-16,-40-40 0,40 40 0,-40 0 16,40 0-1,-40-40-15,40 40 16,0 1-16,40-41 15,0 40-15,0-40 16,0 0-16,0 0 16,0 0-16,0-40 15</inkml:trace>
  <inkml:trace contextRef="#ctx0" brushRef="#br0" timeOffset="350905.962">13402 8502 0,'0'0'15,"40"0"32,0 0-31,1 0 0,-1 0-1,-40 40 1,0 0 15,0 0-15,-40-40-16,40 40 0,-41-40 15,41 40-15,-40 0 16,0-40-16,0 0 16,40 40-16,-40-40 15,0 41-15,40-1 16,-40-40-16,0 40 0,40 0 15,0 0 1,0 0-16,40 0 16,0-40-1,0 0 1,0 0-16,0 0 16,0 0-16,0 0 0,1 0 15,-41-40 1,40 40-16,-40-40 15,0 0 1,0 0 0,-40 40-16,40-40 0,-41 40 15,1 0-15,40-40 0,-40 40 16,0 0-16,0 0 16,40-41-16,-40 41 0,40-40 15,-40 40-15,40-40 0,-40 40 16,40-40-16,0 0 15,0 0-15,0 0 16,40 40-16,0-40 16,0 40-16,0 0 15,0 0-15,0 0 16,0 0 0,1 0-1</inkml:trace>
  <inkml:trace contextRef="#ctx0" brushRef="#br0" timeOffset="352177.1395">14084 8502 0,'-40'0'16,"40"40"15,0 0-16,0 0-15,0 0 16,0 0-16,-40-40 0,40 40 16,-40 0-16,40 1 0,-40-41 15,40 40-15,-40 0 0,40 0 16,0 0-16,0 0 16,0 0-16,0 0 15,0-80 48,0 0-48,40 40-15,-40-40 0,0 0 16,40 40-16,0 0 0,-40-40 16,40 40-16,0 0 0,0-40 15,1 40 1,-1 0-16,0 0 15,-40 40 1,0 0 0,-40 0-16,0 0 15,-1-40-15,41 40 16,-40-40-16,0 0 0,0 0 0,0 40 16,0-40-16,0 0 15,40-40 1,0 0-1,40 40-15,-40-40 0,80 0 16,-40 40-16,-40-40 16,40 40-16,0 0 0,1 0 15,-1 0-15,-40-40 16,40 40-16,0-40 16,0 40-16,0-41 15,0 41-15,0 0 16,1-40-16,-1 40 0,0-40 15,-40 0 17,0 80-1,-40-40-15,40 40-16,0 0 15,-40-40-15,40 41 0,-41-1 16,41 0-16,0 0 15,41-40 1,-1 0-16,0 0 16,40 0-16,-40-40 15,0 0-15,1 40 16,-1-40-16,0-1 16,0 1-16,0 0 15,0 40-15,-40-40 0,40 40 16,-40-40-16,40 0 0,1 0 15,-41 0-15,40 0 0,-40 0 16,40 40-16,-40-41 0,-40 41 47,40 41-47,-40-41 16,40 40-16,-41-40 0,41 40 15,-40-40-15,40 40 0,-40-40 0,40 40 16,0 0-16,-40 0 0,40 0 15,0 0-15,0 0 16,0 1-16,0-1 16,0 0-16,0 0 15,40-40-15,0 0 16,0 0-16,1 0 16,-1 0-16,0 0 0,-40-40 15,40 40-15,-40-40 0,40 0 16</inkml:trace>
  <inkml:trace contextRef="#ctx0" brushRef="#br0" timeOffset="352354.0731">15047 8702 0,'41'0'15,"-41"-40"1,80 40 0,-40-40-16</inkml:trace>
  <inkml:trace contextRef="#ctx0" brushRef="#br0" timeOffset="352613.9641">14365 8622 0,'0'0'0,"-40"0"15,80 0 1,0 0 0</inkml:trace>
  <inkml:trace contextRef="#ctx0" brushRef="#br0" timeOffset="365017.3521">5056 9665 0,'-40'0'16,"40"-40"15,40 40-15,0 0 0,-40 40 187,-40-40-203,40 40 15,-40-40 17,40 40-17,-40-40 251,0 0-251,40 40 1,-41-40 0,41 40-16,-40 0 0,40 0 15,-40-40-15,40 41 0,0-1 16,-40-40-16,40 40 0,0 0 16,0 0-16,-40 0 0,40 0 15,0 0-15,0 0 0,0 0 16,0 1-16,0-1 0,0 0 15,40-40-15,-40 40 16,40-40-16,-40 40 16,80-40-16,-39 0 0,-1 0 15,0 0 1,-40-40-16,40 40 0,0-40 16,0 0-1,0 40-15,-40-40 16,40 40-16,-40-41 15,41 41-15,-41-40 0,40 40 16,-40-40-16,0 0 0,40 0 16,-40 0-16,0 0 0,0 0 15,0 0-15,0 0 16,0-1-16,0 1 16,0 0-16,0 0 15,0 0 1,-40 40-1,40-40-15,-40 40 16,-1 0 0,1 0-1,40 40-15,-40-40 0,0 0 16,0 0-16</inkml:trace>
  <inkml:trace contextRef="#ctx0" brushRef="#br0" timeOffset="365933.4958">6581 9344 0,'0'40'94,"-40"-40"-16,40 40-78,0 0 0,-41-40 16,41 40-16,0 0 0,-40 1 0,40-1 15,-40 0-15,40 40 0,-40-40 0,0 0 16,40 0-16,-40 0 0,40 41 0,-40-41 15,40 0-15,0 0 0,-40 0 16,40 0-16,0 0 0,0 0 16,40-40-16,-40 40 15,40-40-15,-40 41 0,40-41 16,0 0-16,0 0 0,0 40 16,0-40-16,1 0 15,-1 0-15,0-40 0,0 40 16,-40-41-16</inkml:trace>
  <inkml:trace contextRef="#ctx0" brushRef="#br0" timeOffset="366201.3258">6139 10066 0,'0'0'0,"-40"0"16,40-40-1,40 40 1,41 0 0,39 0-1,40-40 1,41 40-1,-161-40-15</inkml:trace>
  <inkml:trace contextRef="#ctx0" brushRef="#br0" timeOffset="366846.7979">7263 9865 0,'0'0'0,"-40"0"16,40-40 15,40 40-15,0 0-1,0 0-15,0 0 16,0 0-16,-40 40 16,41-40-16,-41 40 0,40 1 15,-40-1-15,0 0 16,0 0-16,-81 0 15,81 0-15,-40-40 0,0 40 16,0 0-16,0-40 16,0 0-16,0 0 15,-1 0-15,41-40 16,-40 40-16,40-40 16,0 0-16,0 0 0,-40 0 15,40 0-15,0 0 0,0-1 16,0 1-16,40 40 15,-40-40-15,40 40 0,1 0 16,-1 0-16,0 0 16</inkml:trace>
  <inkml:trace contextRef="#ctx0" brushRef="#br0" timeOffset="367929.697">8065 9905 0,'0'-40'0,"41"40"16,-41-40 0,40 40-16,-40-40 15,40 40 48,0 0-63,0 0 15,0 0-15,0 40 16,0-40-16,-40 80 16,41-80-16,-41 41 0,0-1 0,0 0 15,0 0-15,0 0 0,-81 0 16,41 0-16,0 0 0,0-40 15,40 40-15,-40 0 0,0-40 0,0 41 16,-1-41-16,41 40 0,-40-40 0,40 40 16,-40-40-16,0 0 15,40-40 17,40 40-17,0-40 1,0 40 15,1 40-15,-1-40-16,0 0 0,0 0 15,0 40-15,0-40 0,0 0 16,0 0-16,1 0 0,-1 40 0,0-40 16,0 0-16,0 0 0,0 0 15,0 0-15,0 0 0,1-40 16,-1 40-16,0 0 0</inkml:trace>
  <inkml:trace contextRef="#ctx0" brushRef="#br0" timeOffset="368635.9885">8828 9464 0,'0'0'15,"0"-40"1,40 0-1,40 0 1,-40 40 0,0 0-1,41 80 1,-81-40 0,0 40-1,-40 1 1,-41-1-1,1-40 1,40 0 0,0 0-1,0 0 1,40 0 0,0 1-16,40-1 15,40-40-15,-40 0 16,0 40-1,0-40 1,-40-80 0,0 39-1,0 1-15,-40 0 16,40 0-16,-40 0 0,40 0 16,0 0-16,-40 0 15,40 0-15,0-1 0,-40 41 16,40-40-16,0 0 31,40 40-15,0-40-16,0 40 15,41 0-15,-41-40 16,0 40-16</inkml:trace>
  <inkml:trace contextRef="#ctx0" brushRef="#br0" timeOffset="369042.0986">9470 10226 0,'0'0'0,"-40"0"0,0 0 31,80-40 1,0 40-32,0 0 15,0 0-15,0 0 0,0-40 16,0 40-16,1 0 0,-1 0 16,0 0-16,0 0 0,0 0 15,0 0-15</inkml:trace>
  <inkml:trace contextRef="#ctx0" brushRef="#br0" timeOffset="369381.9204">10513 9825 0,'-40'0'15,"80"0"-15,-80 40 16,0-40-16,40 40 15,0 1-15,-80 159 16,-1 1 0,41-1-1,0-120 1</inkml:trace>
  <inkml:trace contextRef="#ctx0" brushRef="#br0" timeOffset="371229.785">5377 11309 0,'0'-40'32,"-40"40"-1,0 0-16,40 40-15,0 0 16,-40-40-16,40 40 16,0 0-16,-41-40 0,41 41 15,-40-41 1,40 40-16,0 0 0,-40 0 0,40 0 16,0 0-16,-40 0 15,40 0-15,0 0 16,0 0-1,40-40-15,-40 41 0,40-41 16,0 40-16,1-40 16,-1 0-16,0 0 15,0 0-15,0-40 16,0 40-16,-40-41 16,40 41-16,-40-40 0,40 40 15,-40-40-15,41 0 16,-41 0-1,0 0-15,0 0 16,0 0-16,40 0 16,-40 0-16,0-1 15,0 1-15,0 0 16,-40 40-16,-1 0 16,41-40-16,-40 40 15,0-40 1,0 40-1,0 0 17,40 40-32</inkml:trace>
  <inkml:trace contextRef="#ctx0" brushRef="#br0" timeOffset="371807.6226">6942 11109 0,'-40'0'0,"0"0"78,40 40-31,-41-40-47,41 40 0,0 0 16,-40-40-16,40 40 15,-40 0-15,40 0 16,-40 0-16,40 0 0,0 1 0,-40-1 15,40 0-15,0 0 0,-40 0 0,40 40 16,0-40-16,0 0 0,0 0 16,0 1-16,0-1 0,0 0 15,0 0-15,40-40 16,0 0-16,0 0 16,0 0-1,-40-40-15,40 40 0,1 0 0,-1-40 0,0 0 16,-40-1-1</inkml:trace>
  <inkml:trace contextRef="#ctx0" brushRef="#br0" timeOffset="372070.5595">6621 11670 0,'0'0'0,"-40"0"16,0 0 0,80 0-1,0 0-15,80-40 16,-120 0-16,80 40 16,-39-40-1,-1 40-15,0-40 16,0 0-1</inkml:trace>
  <inkml:trace contextRef="#ctx0" brushRef="#br0" timeOffset="372437.8726">7383 11389 0,'40'0'31,"1"0"-31,39 0 16,-40 0-16,0 0 15,-40 40-15,0 1 16,0-1-16,0 0 16,-40-40-16,40 40 0,0 0 15,-40 0-15,0-40 16,40 40-16,-40-40 0,-1 0 15,1 0-15,0 0 16,0-40-16,40 0 16,0 0-16,0 0 15,0 0-15,0 0 0,40-1 16,-40 1-16,40 0 0,0 0 16,-40 0-1,41 40-15,-1 0 16</inkml:trace>
  <inkml:trace contextRef="#ctx0" brushRef="#br0" timeOffset="373235.5156">8467 11309 0,'-40'0'15,"40"-40"-15,0 0 16,0 0 0,40 0-1,40 40 1,-40 0 0,0 40-1,0-40-15,-40 40 16,0 40-1,40 0 1,-40 41 0,0-81-16,-80 40 15,0-40-15,40 0 16,-81 40 0,41-40-1,40-40 1,0-80-1,120 0 1,-40 40 0,0 40-1,1 0 1,-1 40-16,0 0 16,0 0-16,0 0 15,0-40-15,81 81 16,-41-41-1,-40-40 1,0 40 0</inkml:trace>
  <inkml:trace contextRef="#ctx0" brushRef="#br0" timeOffset="374586.7136">9670 11229 0,'-40'0'0,"80"0"47,1 0-32,-82 0 32,1 0-31,0 0 15,0 0-15,0 0-16,0 0 15,40 40-15,-40-40 0,0 0 16,-1 0-16,1 0 15,0 0-15,0 0 0,0 0 32,80 0 46,0 0-31,-40 40 281,0 0-328,0 0 15,-40 0-15,40 1 0,0-1 16,-40 0-16,40 0 0,0 0 0,0 0 16,0 0-1,0 0-15,40-40 16,0 0-16,0 0 16,0 0-1,-40-40-15,41 40 16,-41-40-1,40 40 1,-40-40-16,40 40 16,0 0-1,0-40-15,0 40 16,0 0-16,-40 40 16,40-40-16,-40 40 15,0 0 1,0 0-16,0 0 15,0 0 1,-40-40 0,40 41-1,-40-41-15,0 40 16,0-40-16,0 0 16,0 40-16,0-40 0,-1 0 15,1 0-15,0 0 16,0 0-1,40-40-15,0 0 16</inkml:trace>
  <inkml:trace contextRef="#ctx0" brushRef="#br0" timeOffset="375373.7029">10433 11189 0,'0'0'0,"40"-40"0,-80 40 94,0 0-79,0 0-15,-1 40 16,1-40-16,0 0 15,0 40-15,0-40 0,0 0 16,0 0-16,0 0 0,-1 0 16,41 40-16,-40-40 0,40 40 47,0 0-32,0 0-15,0 0 16,0 1-1,40-1-15,-40 0 0,0 0 16,0 0-16,41 0 16,-41 0-1,40-40-15,0 0 16,-40-40 0,40 40-16,0-40 0,-40 0 15,40 40-15,-40-40 16,40 40-16,-40 40 31,40 0-15,-40 0-1,41 0 1,-41 0-16,0 0 16,0 0-1,0 1-15,-41-1 16,41 0-16,-40-40 0,40 40 15,-40-40-15,0 40 0,0-40 16,0 0-16,0 40 16,0-40-16,-1 0 0,1 0 0,0 0 15,-40 0-15,40 0 0,-40 0 0,39-80 16</inkml:trace>
  <inkml:trace contextRef="#ctx0" brushRef="#br0" timeOffset="379282.456">22391 5053 0,'-41'0'0,"41"-40"16,41 40-1,-1 0 1,0 0-1,-80 40 32,40 0-47,-40-40 16,-1 0 0,1 0-16,0 0 15</inkml:trace>
  <inkml:trace contextRef="#ctx0" brushRef="#br0" timeOffset="400818.286">21909 9825 0,'0'0'0,"-40"0"15,0 0-15,40-40 0,0 0 16,0 0 0,40 40-1,-40 40 32,0-80 16,40 40-32,0 0-15,0 0-16,0 0 0,-40 40 15,41-40-15,-1 0 0,0 0 16,0 0-16,0 0 0,0 0 15,0 0-15,0 0 0,1 0 16,-1 0-16,0-40 16,0 40-16,0 0 0,0 0 15,0-40-15,0 40 0,1 0 16,-1 0-16,0 0 0,0 0 16,0 0-16,0 40 15,0-40-15,0 0 0,1 40 16,-1-40-16,0 0 0,0 0 0,0 0 15,0 0-15,0 0 0,0 0 0,1 0 16,39 0-16,-40 0 0,0 0 0,0 0 16,0 0-16,0 0 15,1 0 1,-1 0 0,0 0-16,0 0 15,0 0-15,0 0 0,0 0 0,41 0 16,-41 0-16,40 0 0,0 0 0,-40 0 15,41 0-15,-1 0 0,-40 0 0,0 0 16,0 0-16,40 0 0,-39 0 16,-1 0-16,0 0 0,0 0 0,0 0 15,0 0-15,0 40 0,0-40 16,1 0-16,-1 0 0,0 0 16,40 0-16,-40 0 0,0 0 0,0 0 15,1 0-15,39 0 0,-40 0 16,40 0-16,-40 0 0,41 0 0,-41 0 15,0 0-15,40 0 0,-40 0 0,0 0 16,1 40-16,-1-40 0,40 0 0,-40 0 16,0 0-16,0 0 0,41 0 0,-41 0 15,40 0-15,-40 0 0,40 0 0,1 0 16,-1 0-16,0 0 0,40 0 0,-39 0 16,-1 0-16,0 0 0,41 0 0,-41 0 15,0 0-15,0 0 0,-40 0 0,41 0 16,-41 0-16,40 0 0,-40 0 15,0 0-15,0 0 0,1 0 0,-1 0 16,0 0-16,0 0 0,0 0 16,0 0-16,0-40 0,0 40 15,41 0-15,-41 0 0,40 0 0,-40 0 16,40 0-16,1 0 0,-41 0 0,40 0 16,0 0-16,-40 0 0,41 0 0,-41 0 15,40 0-15,-40 0 0,0 0 0,41 0 16,-41 40-16,0-40 0,0 0 0,0 0 15,0 0-15,0 0 0,1 0 0,-1 0 16,0 0-16,0 0 0,0 0 0,0 0 16,0 0-16,0 0 0,1 0 0,-1 0 15,0 0-15,0 0 0,0 0 16,0 0-16,0 0 0,0 0 16,-80 0 30,0 0-46</inkml:trace>
  <inkml:trace contextRef="#ctx0" brushRef="#br0" timeOffset="403725.6723">26323 10306 0,'0'41'16,"-40"-41"0,80 0 187,0 0-188,0 0-15,0 0 0,0 0 16,1 0-16,-41 40 16,40-40-16,-40 40 15,0 0-15,0 0 16,-40 0-16,-1 0 16,1 0-16,0-40 15,0 40-15,0 1 0,0-41 16,0 40-16,0 0 0,-1 0 15,41 0-15,-40-40 16,40 40-16,0 0 16,0 0-1,40-40-15,1 0 16,-1 0-16,0 0 16,0 0-16,0 0 0,0 0 15,0 0-15,-40-40 31,0 0-15,0 0-16,-40 40 0,40-40 0,-40 0 16,40 0-16,-40 40 0,0-40 0,0-1 15,0 1-15,-1 0 16,41 0-16,-40 0 16,40 0-16,0 0 15,40 40-15,41-40 16,-41 40-16,0 0 15,0 0-15,0 0 0,0 0 16,0 0-16,1 0 0,-1 0 16,0 0-16,0 0 0</inkml:trace>
  <inkml:trace contextRef="#ctx0" brushRef="#br0" timeOffset="404094.3815">27366 10467 0,'0'0'0,"0"-40"16,-40 40-1,-40 0 1,0 40 0,39-40-16,-39 80 15,40-80-15,40 40 0,-40 0 16,0 41 0,40-1-1,40 0 1,40-80-1,81 0 1,-41-80 0</inkml:trace>
  <inkml:trace contextRef="#ctx0" brushRef="#br0" timeOffset="404398.0838">27446 10627 0,'0'-40'16,"41"40"-16,-1 0 31,-40 40-15,40 0-1,-40 1 1,40-41-16,-40 40 16,-80-40-1,80 40-15,-40-40 16,-1 0-16,1 0 31,40-40-31,0 0 16,0-1-1,40 1 1,1 40 0,-41-40-16,40 40 0</inkml:trace>
  <inkml:trace contextRef="#ctx0" brushRef="#br0" timeOffset="405133.7168">27888 10266 0,'40'0'47,"-40"40"-15,0 1-17,-40-41 1,0 40-1,40 0-15,0 0 0,-40-40 0,40 40 16,0 0-16,0 0 16,0 0-16,0 0 0,0 1 15,0-1-15,40 0 16,-40 0-16</inkml:trace>
  <inkml:trace contextRef="#ctx0" brushRef="#br0" timeOffset="407670.2092">30857 4411 0,'-40'0'16,"40"40"-16,-40-40 16,80 0 46,0-40-46,0 40-16,0 0 15,1 0-15,-41-40 16,40 40-16,-40 40 47,0 0-31,0 0-16,0 0 15,40-40-15,-40 40 16,40-40-1,-40 41-15,0-1 16,0 0 0,0 0-1,0 0-15,0 0 16,0 0-16,0 0 0,0 0 0,0 0 16,40 1-16,-40-1 0,0 0 0,0 0 15,0 40-15,0-40 0,0 0 0,0 41 16,0-41-16,0 40 0,0 0 0,0-40 15,0 40-15,-40-40 0,40 41 0,-40-41 16,40 40-16,-40-40 0,40 40 0,0-40 16,0 1-16,-40 39 0,40-40 0,0 0 15,0 0-15,-41 0 0,41 0 0,0 40 16,0-39-16,0-1 0,0 0 0,0 0 16,0 0-16,0 0 0,0 0 15,0 0-15,0 0 0,0 41 0,0-41 16,0 0-16,0 0 0,0 40 0,0-40 15,-40 0-15,40 41 0,0-41 0,0 0 16,0 0-16,0 0 0,0 0 0,0 0 16,-40 0-16,40 0 0,0 1 15,0-1-15,0 0 0,0 0 16,0 0 0,0 0-16,0 0 15,40 0 1,-40 0-16,0 0 15,0 1-15,0-1 16,0 0-16,0 0 31,0 0 1,0 0-17,0 0 1,-40-40-16,40 40 15,0 0 1,0 1 0,0-1-1,0 0 17,0 0-17,0 0 1,0 0-1,0 0-15,0 0 16,-40-40 0,40 40-16,-40 0 31,40 1-15,0-1-16,-40-40 15,40 40-15,0 0 0,0 0 16,-40 0-16,40 0 15,0 0-15,-40-40 0,40 40 16,-41-40 15,41 41-15,-40-41 0,40 40-16,-40-40 15,0 0 32,0 0-47,0 40 16,0-40-16,0 40 0,-1-40 15,1 0-15,0 40 16,0-40-16,0 0 16,0-40-1,40 0-15,0 0 16</inkml:trace>
  <inkml:trace contextRef="#ctx0" brushRef="#br0" timeOffset="408757.9463">31499 6456 0,'0'-40'0,"-40"40"16,40-40 15,40 40-15,0 0-1,0 0-15,1 0 16,-1 0-16,0 0 15,0 0-15,0 0 16,0 40 0,-40 0-16,0 0 15,0 1 1,0-1-16,0 0 0,0 0 16,-40 0-16,40 0 0,-40-40 15,40 40-15,-40 0 0,40 0 16,-40 1-16,0-41 0,40 40 15,-41-40-15,41 40 0,-40 0 0,40 0 16,-40-40-16,40 40 0,0 0 16,0 0-1,40-40 1,0 0 0,1 40-16,-1-40 15,0 0 1,-40-40 15,0 0-31,0 0 16,0 0-16,0 0 0,-40 0 15,40 0-15,0 0 16,-40-1-16,40 1 0,0 0 0,-41 0 16,41 0-16,-40 0 15,40 0-15,0 0 16,0 0-1,40 40 1,-40-41-16,41 41 16,-1 0-16,-40-40 15,40 40-15,0 0 16,0 0-16</inkml:trace>
  <inkml:trace contextRef="#ctx0" brushRef="#br0" timeOffset="409454.1648">31900 6817 0,'41'0'32,"-1"0"14,0 0-30,0 0-16,0 0 16,0 0-16,-40 40 15,40-40-15,0 0 0,1 41 16,-41-1 0,0 0-1,0 0-15,0 0 16,0 0 15,0-120 0,0 40-31,0 0 16,0 0-16,0-1 16,0 1-16,0 0 15,40 40 1,-40-40-16,40 40 15,0 0-15,0 0 0</inkml:trace>
  <inkml:trace contextRef="#ctx0" brushRef="#br0" timeOffset="409795.0841">32583 6737 0,'40'0'16,"0"0"-1,0 0-15,0 0 16,0 0 0,-40 40-1,0 0 1,0 0 0,-80 1 15,40-41-31,0 40 0,0-40 15,-1 0-15,-39-81 32,80 41-32,0 0 15,80 0 17,-39 40-32,-1 0 15,0 0 1</inkml:trace>
  <inkml:trace contextRef="#ctx0" brushRef="#br0" timeOffset="410365.7573">32944 6697 0,'0'40'94,"0"0"-79,-40-40-15,40 40 16,0 0-16,0 1 15,0-1 1,40-40 0,-40 40-16,40-40 0,0 0 31,-40-40-15,0 0-16,40 40 15,-40-41-15,0 82 47,0-1-31,0 0-16,0 0 15,40-40 17,0 0-32,1-40 0,-1 0 15,0 40-15,0-81 0,0 41 16,0 0-16,0 40 15,-40-40-15,-40 40 32,0 0-17,0 0-15</inkml:trace>
  <inkml:trace contextRef="#ctx0" brushRef="#br0" timeOffset="413097.1594">20665 12191 0,'-40'41'16,"40"-82"202,40 41-218,0-40 16,0 40-16,0-40 16,1 40-16,-1 0 15,0 0 1,0 0-16,0 0 16,0 0-16,-40 40 15,40-40 1,-40 40-16,0 1 15,40-41-15,-40 40 16,0 0-16,0 0 16,0 0-1,-40-40-15,40 40 0,-40 0 16,0 0-16,0-40 16,40 40-16,-40-40 0,40 40 0,-40-40 15,40 41-15,-40-41 0,-1 0 0,41 40 16,-40-40-16,40 40 0,-40-40 0,40 40 15,-40-40-15,40 40 0,-40-40 0,40 40 16,-40 0-16,0 0 16,40 0-16,-40 1 0,-1-1 15,41 0-15,-40-40 0,40 40 16,0 0-16,-40-40 0,40 40 0,0 0 16,-40-40-16,40 40 0,0 0 15,0 0-15,40-40 16,0 41-1,0-41-15,1 0 16,-1 0-16,0 0 0,0 0 16,0 0-16,0 0 15,0 0 1,-40-41-16,40 41 0,1 0 16,-41-40-16,40 40 15,-40-40-15,40 0 0,0 0 16,0 40-1,-40-40-15,0 0 32,-40 40-32,40-40 15,-40 40-15,40-40 0,-40 40 16,40-40-16,-40 40 0,40-41 0,-41 41 16,41-40-16,-40 0 0,40 0 15,-40 40-15,40-40 0,0 0 0,-40 0 0,40 0 16,0 0-16,-40 40 15,40-41-15,0 1 16,-40 40 0,40-40-16,0 0 15,0 0 1,0 0-16,40 0 16,-40 0-1,40 40-15,-40-40 0,40 40 16,0-40-1,0 40-15,1 0 16,-1 0-16,0 0 16,0 0-16</inkml:trace>
  <inkml:trace contextRef="#ctx0" brushRef="#br0" timeOffset="413741.9196">21789 12512 0,'0'40'110,"40"-40"-110,-40 40 0,40 1 15,0-1-15,-40 0 16,0 0-16,40 0 0,0 0 16,-40 0-16,40 0 0,-40 0 0,41 1 15,-1-1-15,-40 0 0,40-40 16,-40 40-16,40-40 0,-40 40 0,40-40 15,0 40-15,0 0 0,0-40 16,-40 40-16,41-40 16</inkml:trace>
  <inkml:trace contextRef="#ctx0" brushRef="#br0" timeOffset="414085.6125">22270 12713 0,'0'0'0,"0"-40"0,0 0 16,-40 40-1,40 40 1,-40-40 0,40 40-16,0 0 15,-40 0-15,40 0 16,-40-40-16,40 40 0,-40 0 16,40 0-16,-41 1 0,41-1 0,-40 0 15,0 0-15,0 40 0,-40-40 0,40 0 16,-1 0-16,1 0 0,0 41 0,0-81 15,0 40-15,40 0 0,-40 0 0</inkml:trace>
  <inkml:trace contextRef="#ctx0" brushRef="#br0" timeOffset="415217.8129">23153 12352 0,'0'0'0,"40"0"0,-40-40 16,40 40 15,0 0-15,0 0-1,1 0 1,-1 0-1,-40 40-15,40 0 16,-40 0 0,0 0-16,0 0 15,0 0 17,0 0-32,-40-40 15,0 41-15,-1-1 16,1 0-16,0-40 0,40 40 15,0 0-15,-80 0 0,80 0 16,-40-40-16,40 40 0,-40 0 0,40 1 16,-40-1-16,40 0 0,-41-40 15,41 40-15,0 0 0,0 0 16,0 0-16,0 0 16,0 0-1,81-40 1,-41 0-16,0 0 15,0 0-15,0 0 0,0 0 16,0 0-16,1-40 0,-1 40 0,0 0 16,0 0-16,0 0 15,-40-40-15,40 40 16,-40-40-16,0 0 16,40 40-16,-40-40 15,0 0-15,0 0 16,-40 40-16,40-40 15,0-1-15,-80 1 0,80 0 16,-80 0-16,40 0 16,-1 40-16,1-40 0,0 40 15,0-40-15,0 40 0,0-40 0,0 40 16,40-40-16,-40 40 0,-1 0 0,41-41 16,-40 41-16,40-40 0,0 0 15,0 0-15,40 0 16,-40 0-16,41 0 0,39 0 15,-40 40-15,0-40 0,0 40 16,0 0-16</inkml:trace>
  <inkml:trace contextRef="#ctx0" brushRef="#br0" timeOffset="417080.647">25561 12592 0,'0'0'0,"-41"0"0,41-40 31,0 0-15,0 120 31,0-39-32,0-1-15,0 0 0,0 0 16,0 0-16,0 40 0,0-40 16,0 0-16,0 41 0,0-41 0,0 0 0,41 0 15,-41 40-15,0-40 0,0 0 0,0 0 16,0 1-16,0-1 15,0 0 1</inkml:trace>
  <inkml:trace contextRef="#ctx0" brushRef="#br0" timeOffset="417453.2716">25480 12913 0,'0'0'0,"0"-120"16,0 0-1,40 39 1,1 81-16,39-80 16,-80 40-16,40 0 15,40 40 1,-80-40-16,80 40 15,-39 0-15,-1 0 0,0 0 16,-40 80 0,0 0-1,0-40-15,-40 41 16,40-41-16,-40 0 0,-1 0 16,41 0-16,-80 0 15,40 0-15,0-40 0,-40 0 16,40 40-16,-41-40 15,41 0 1</inkml:trace>
  <inkml:trace contextRef="#ctx0" brushRef="#br0" timeOffset="417754.0025">26443 12472 0,'-40'40'47,"40"0"-31,0 0-16,0 1 15,0-1-15,0 0 16,0 0-16,0 0 0,0 0 0,0 0 16,0 0-16,0 0 0,0 1 15,0-1-15,-40 0 16,40 0-16</inkml:trace>
  <inkml:trace contextRef="#ctx0" brushRef="#br0" timeOffset="417993.7366">26403 12071 0,'0'0'0,"0"-40"16,-40 0 0,80 40-1</inkml:trace>
  <inkml:trace contextRef="#ctx0" brushRef="#br0" timeOffset="418290.8012">26804 12432 0,'41'0'16,"-1"0"-1,0 0 1,40 40-16,0 40 15,1-40 1,-1 41 0,-40-1-1,0 0 1,-40-40 0</inkml:trace>
  <inkml:trace contextRef="#ctx0" brushRef="#br0" timeOffset="418555.6625">27166 12512 0,'0'0'0,"0"-40"15,-41 40 1,41-40-1,0 80 17,0 0-17,-40 40-15,0-80 0,-40 121 16,40-81-16,0 0 16,0 80-16,-121 41 15,121-81 1</inkml:trace>
  <inkml:trace contextRef="#ctx0" brushRef="#br0" timeOffset="419441.6618">27607 12592 0,'40'0'15,"0"0"1,0 0-16,0 0 0,1 0 15,-1 0-15,0 0 0,0-40 16,0 40-16,-40-40 0,0 0 16,0 0-1,0 0 1,-40 40 0,0 0-16,0 0 15,40 40-15,-40-40 16,-1 0-16,1 40 0,0 40 15,0-80-15,40 40 0,-40-40 0,40 41 16,-40-41-16,40 40 16,0 0-16,80 0 15,-80 0-15,40-40 0,-40 40 16,80-40-16,-39 0 0,39 40 16,-40-40-16,0 0 0,0 0 0,40 0 15,-39 0-15,-1 0 0,0-80 0,0 80 16,0 0-16,0-40 0,0 0 15,0 0-15,-40 0 0,0-1 16,0 1 0,0 0-16,0 0 0,0 0 15,0 0-15,0 0 0,0 0 0,0 0 16,0 0-16,0-1 0,0 1 16,0 0-16,0 0 15,0 80 32,0 0-31,0 0-16,0 1 15,0-1-15,0 0 0,0 0 16,0 0-16,-40-40 0,40 40 16,0 0-16,0 0 0,0 0 0,0 0 15,0 1-15,40-1 16,1 0-1,-1-40 1,0 0-16,-40 40 16,40-40-16,0 0 15,-40-40 1,40 0-16,0 0 31,0 40 0,-40-41-31</inkml:trace>
  <inkml:trace contextRef="#ctx0" brushRef="#br0" timeOffset="424444.9432">20585 14397 0,'40'0'15,"-40"-40"173,40 40-188,-40-40 15,40 40-15,0 0 16,0 0-16,1 0 16,-1 0-16,0 0 15,0 0-15,0 0 0,0 0 16,0 0-16,0 0 16,-40 40-1,0 0 1,0 0-1,0 0 1,0 1-16,-40-1 16,-40 0-16,80 0 0,-40 0 15,0 0-15,40 0 0,-40 0 0,40 0 16,-40-40-16,40 40 0,-41 1 0,41-1 16,-40-40-16,40 40 15,0 0 16,0 0-15,0 0 0,0 0-16,40 0 15,1-40 1,-1 0-16,0 0 0,0 0 16,0 0-16,0 0 0,0 0 15,-40-40-15,40 40 0,1 0 31,-41-40-15,0 0 0,0 0-1,0 0-15,-41 0 16,41 0-16,-40 40 16,0-41-16,0 41 0,0-40 0,0 40 15,0-40-15,0 40 0,40-40 0,-41 40 16,1 0-16,0-40 0,0 0 15,0 40-15,40-40 0,-40 40 0,0 0 16,40-40-16,-40 40 0,-1-40 16,41 0-16,-40 40 15,40-41-15,0 1 16,40 40 0,1-40-16,-1 40 15,0 0 1,0 0-1,0 0-15</inkml:trace>
  <inkml:trace contextRef="#ctx0" brushRef="#br0" timeOffset="424997.568">21829 14477 0,'-40'0'0,"40"-40"0,0 80 93,0 1-77,40-41-16,-40 40 0,80-40 16,-80 40-16,40 0 15,0 0-15,0-40 0,-40 40 16,41-40-16,-1 40 0,0 0 15,0-40-15,-40 40 0,40 0 0,0 1 16,0-1-16,0-40 16,-40 40-16,41-40 15,-41 40-15</inkml:trace>
  <inkml:trace contextRef="#ctx0" brushRef="#br0" timeOffset="425309.638">22431 14558 0,'0'0'0,"0"-40"15,0-1 1,-81 82 31,41-1-32,40 0-15,-40 0 0,40 0 0,-40-40 16,0 40-16,0 0 0,40 0 0,-40 0 16,0 0-16,-1 1 0,41-1 0,-40 0 15,0 0-15,40 0 0,-40-40 16,40 40-16,-40 0 0</inkml:trace>
  <inkml:trace contextRef="#ctx0" brushRef="#br0" timeOffset="426433.8272">23113 14357 0,'40'0'0,"-40"-40"16,40 40-1,0 0 32,0 0-31,0 0-16,1 0 15,-1 40-15,0-40 0,0 0 0,0 0 16,0 0-16,0 0 0,-40 40 16,40 0-16,-40 0 15,0 1-15,-80-1 16,80 0-16,-40-40 0,40 40 16,-40-40-16,0 40 0,0 0 0,0 0 15,-1 0-15,1 0 16,40 0-16,-40-40 0,40 41 0,-40-1 15,40 0 1,-40-40-16,40 40 0,0 0 16,0 0-1,0 0-15,0 0 16,0 0 0,0 1-16,40-1 15,-40 0-15,40-40 0,0 0 16,0 0-16,1 0 0,-1 0 15,0 0-15,0-40 0,0 40 16,0 0-16,-40-40 0,40 40 0,0-41 16,-40 1-1,0 0-15,41 0 0,-41 0 16,0 0-16,0 0 16,0 0-16,-41 0 0,-39 40 15,40-41-15,0 41 0,0-40 16,0 40-16,0 0 0,40-40 0,-41 40 15,1 0-15,0-40 0,0 0 16,0 40-16,40-40 0,-40 40 0,0-40 16,0 40-16,40-40 0,-41 40 0,41-40 15,0 0-15,0-1 16,0 1-16,41 0 16,39 0-16,-40 40 15,0 0-15,0 0 0,0 0 16,0 0-16,1 0 0,-1 40 0</inkml:trace>
  <inkml:trace contextRef="#ctx0" brushRef="#br0" timeOffset="440949.6722">24477 14638 0,'0'0'0,"0"40"219,0 40-203,40-40-16,-40 0 0,40 0 15,-40 1-15,40-1 0,-40 0 0,41-40 16,-41 40-16,40 0 0,-40 0 16,40 0-16,0 0 0,0 0 15,0-40 1,-40 41-16,40-41 0,0 0 15,1 0-15</inkml:trace>
  <inkml:trace contextRef="#ctx0" brushRef="#br0" timeOffset="441450.6116">24918 14798 0,'0'-40'0,"0"80"140,0 0-124,-40-40-16,40 81 0,-40-41 0,40 0 16,-40 0-16,0 0 0,0 40 15,40-40-15,-40 41 0,0-41 0,-1 0 16,41 40-16,-40-40 0,0 40 0,0-40 15,40 0-15,-40 1 0,0-1 0,40 0 16</inkml:trace>
  <inkml:trace contextRef="#ctx0" brushRef="#br0" timeOffset="442593.6119">25681 14437 0,'-40'0'0,"80"0"94,0 0-94,0 0 16,0 0-16,0 0 15,1 0-15,-1 0 16,-40 40-16,40-40 0,-40 41 31,0-1-15,0 0-16,-40-40 15,40 40-15,-40-40 16,40 40-16,-41-40 0,41 40 16,-40-40-16,0 40 0,40 0 15,-40-40-15,0 40 0,0 0 16,0-40-16,40 41 15,-40-41-15,40 40 0,-41-40 16,41 40-16,0 0 16,-40 0-16,40 0 0,0 0 15,0 0-15,0 0 16,0 1 0,0-1-1,40-40 1,1 0-16,39 0 15,-40 0-15,0-40 0,0 40 0,0 0 16,0-41-16,1 1 16,-1 40-16,0 0 0,-40-40 15,40 40-15,-40-40 0,40 40 16,-40-40-16,40 40 16,-40-40-16,0 0 15,0 0-15,0 0 16,0-1-16,0 1 15,-40 40-15,40-40 0,-40 40 16,-40-40-16,40 40 16,-1 0-16,1 0 0,0 0 15,0-40-15,0 40 0,0 0 0,0 0 16,0 0-16,-1-40 0,1 40 16,40-40-16,0 0 0,0 0 15,40 40-15,-40-40 0,41 40 16,-41-41-16,40 41 0,0 0 0,0 0 15,0-40-15,0 40 16,0 0-16,0-40 0,1 40 0,-1 0 16,0 0-16</inkml:trace>
  <inkml:trace contextRef="#ctx0" brushRef="#br0" timeOffset="446285.9389">27406 14277 0,'-40'0'0,"40"40"109,0 0-93,0 0 0,-40-40-16,40 40 0,0 0 15,0 1-15,0-1 0,-40 0 0,40 0 16,0 0-16,0 0 0,0 0 0,0 0 15,0 0-15,0 0 0,-40-40 0,40 41 16,0-1-16,0 0 16,0-80 31,40 0-47,-40-1 15,80 1-15,-40 0 16,-40 0-16,0 0 0,40 0 15,1 0-15,-1 40 16,0 0-16,0 0 16,0 40-1,0 40 1,-40-40-16,0 0 16,0 0-16,0 1 0,-40-41 15,40 40-15,-40 0 16,0-40-16,0 40 15,0-40-15,-1 0 0,1 0 16,0 0-16,40-40 16,-40 40-16,40-80 15,0 39-15,0 1 16,40 0-16,0 0 16,0 0-16,1 40 0,-1 0 15,0 0-15,0-40 0,0 40 0,0 0 16,0 0-16,0 0 0,1-40 15,-1 40-15,0 0 0,0 0 0,0-40 16,0 40-16,0 0 16,0 0-16,-40-40 0,41 40 0,-1-40 15,0 40 1,-40-41-16,40 41 0,-40-40 0,40 40 16,-40-40-16,40 40 0,-40-40 15,0 80 32,0 0-47,0 0 0,-40-40 16,40 41-16,-40-1 0,40 0 15,0 0 1,40-40 0,0 0-16,0 0 15,0 0-15,1 0 0,-1 0 16,0-40-16,0 40 15,0 0 1,0-40-16,-40 0 16,40 40-16,-40-41 15,40 1-15,-40 0 0,41 0 16,-41 0-16,0 0 0,0 0 16,40 0-16,-40 0 0,0-1 15,0 1-15,0 0 0,40 0 16,-40 80 62,0 0-78,-40-40 0,40 40 16,0 1-16,-40-1 0,40 0 0,0 0 15,0 0-15,-41 0 0,41 0 0,-40 0 16,40 0-16,0 1 0,0-1 15,0 0-15,0 0 16,40-40-16,1 0 16,-1 0-1,0 0-15,0 0 0,0 0 16,0-40-16,0 40 0,1-40 16,-1 40-16,0-40 15,-40-1-15</inkml:trace>
  <inkml:trace contextRef="#ctx0" brushRef="#br0" timeOffset="446492.6456">28650 14437 0,'0'0'0,"-40"-40"15,120 40 1,-40-40-1,1 40-15,-1 0 0,0 0 16,0 0-16,0 0 0,0 0 16,0 0-16,1-40 15,-1 40-15</inkml:trace>
  <inkml:trace contextRef="#ctx0" brushRef="#br0" timeOffset="446685.6406">28329 14237 0,'40'0'15,"0"0"1</inkml:trace>
  <inkml:trace contextRef="#ctx0" brushRef="#br0" timeOffset="461169.6121">7183 13234 0,'0'-40'15,"0"0"17,40 40-17,0-40-15,-40 80 63,0 0-48,0 0-15,-40-40 0,40 40 16,-40 0-16,40 0 0,0 1 16,-41-41-16,41 40 0,-40 0 0,40 0 15,0 0-15,0 40 0,0-40 0,-40 0 16,40 1-16,0-1 0,0 0 16,0 0-16,0 0 0,40-40 15,-40 40-15,40-40 0,1 0 16</inkml:trace>
  <inkml:trace contextRef="#ctx0" brushRef="#br0" timeOffset="461637.5229">6942 13354 0,'-40'0'15,"40"-40"-15,0 0 16,0 0 0,0 80 30,40-40-46,-40 40 16,40-40-16,-40 40 0,40-40 0,0 0 16,0 0-16,41 41 0,-41-41 0,40 0 15,0 0-15,1 0 0,-1 0 0,-40 0 16,40 0-16,-40-41 0,41 41 0,-41-40 16</inkml:trace>
  <inkml:trace contextRef="#ctx0" brushRef="#br0" timeOffset="462045.9434">6661 14157 0,'40'0'15,"0"0"1,0 0 0,0-41-1,1 41-15,-1 0 0,-40-40 16,40 40-16,0 0 0,0 0 0,0 0 16,0 0-16,0 0 0,1 0 15,-1 0-15,0 0 0,0 0 16</inkml:trace>
  <inkml:trace contextRef="#ctx0" brushRef="#br0" timeOffset="462797.7337">7985 13715 0,'0'-40'16,"-40"40"-16,40 40 62,0 1-62,0-1 16,0 0 0,0 0-16,0 0 15,0 0-15,0 0 16,-40 0-16,40-80 62,40 40-62,-40-40 0,40 40 16,-40-40-16,0 0 0,40 40 0,0-40 16,-40 0-16,41 0 0,-1 40 0,-40-41 15,40 41-15,0 0 16,0 0 0,-40 41-16,40-1 0,0 0 15,-40 0-15,0 0 16,-40 0-1,0 0-15,0-40 16,40-40 15,0 0-15,40 40-16,-40-40 0,40 0 0,0 40 16,0-40-16,1 0 0,-1-1 15,0 41-15,0 0 16,0 0-16,0 0 15,-40 41-15,40-41 0,-40 40 16,40-40-16,-40 40 16,41-40-16,-41 40 15,0 0-15,0 0 16,0 0 0,0 0-1</inkml:trace>
  <inkml:trace contextRef="#ctx0" brushRef="#br0" timeOffset="463305.5293">9510 13635 0,'0'-40'0,"0"80"0,40-120 16,-80 80 15,0 0-15,0 0-16,0 0 16,40 40-16,-41-40 0,1 0 0,0 0 15,40 40-15,0 0 16,-40-40-16,40 40 15,0 1-15,80-41 16,-40 0-16,1 0 16,-1 0-16,0-41 15,0 41-15,-40-40 16,40 40-16,-40-40 0,40 0 16,-40 0-16,40 0 15,-40 0-15,0 80 31,0 0-15,0 0 0,0 0-16,0 0 15,40 0-15,-40 1 16,41-1 0,-41 0-16,40-40 15,0 40-15,0-40 16</inkml:trace>
  <inkml:trace contextRef="#ctx0" brushRef="#br0" timeOffset="464241.8202">10232 13555 0,'0'-40'15,"0"0"-15,40 40 16,-40 40 47,0 0-48,0 0 1,-40 0-16,40 0 0,0 0 15,0 1 1,0-1 0,-40-40-16,40-40 15,0-1 1,40-39-16,-40 40 16,0 0-16,0 0 0,40 0 15,0 40-15,-40-40 16,0 80-1,-40 0 1,40 0-16,0 0 0,-40 0 16,40 0-16,0 0 0,0 1 15,0-1-15,0 0 0,0 0 0,-40 0 16,40 0-16,0 0 0,-40 0 16,40 0-16,-40 0 0,0 1 0,0-1 15,-1 0-15,1 0 0,0 0 0,40 0 16,-40 0-16,0-40 0,0 40 0,0 0 15,0-40-15,40 41 16,-41-41-16,1 0 16,40-41-16,0 1 15,0-40-15,0 40 16,40 0-16,-40 0 0,41 0 0,-1 0 16,0-1-16,0 1 0,0 0 15,0 0-15,0 40 0,0 0 0,-40-40 0,41 40 16,-1 0-16,0 0 15,0 0-15,0 0 16,0 0-16,0 0 0,0 0 16,1 0-16,-1 0 0,0-40 15,0 40-15,0 0 0,0-40 16,0 0-16,0 0 0,1 40 16,-41-40-16,40 40 0,-40-41 0,40 41 15,-40-40-15,40 0 0,-40 0 16,40 40-1,-40-40-15,0 0 32,-40 40-17,0 0 1,0 40-16,0 40 16,40-40-16,0 0 15,0 1-15,0-1 0,40-40 16,0 40-16,0-40 0,0 0 15,0 0-15,0 0 0,1 0 0,-1 0 16,0 0-16,0 0 16,0 0-16,0 0 0,0 0 15,0 0-15</inkml:trace>
  <inkml:trace contextRef="#ctx0" brushRef="#br0" timeOffset="465069.8193">8547 14678 0,'0'0'0,"0"40"62,-40-40-46,40 40-16,-40-40 0,40 40 0,-40-40 15,-1 40-15,1-40 0,0 0 16,0 40-16,0-40 0,0 0 16,-40 41-16,39-41 0,1 40 15,-40-40-15,0 0 0,40 40 0,-41-40 0,1 40 16,0-40-16,0 0 0,-1 40 15,1-40-15,40 0 0,-40 40 0,40-40 16,-41 40-16,41-40 0,-40 40 0,40-40 16,-40 40-16,39 1 0,-39-41 0,40 40 15,-40 0-15,0 0 0,39-40 0,-39 40 16,-40-40-16,40 40 0,-1 0 0,41-40 16,-40 40-16,0-40 0,40 0 0,-41 40 15,41-40-15,0 0 0,0 0 0,0 0 16,0 0-16,0 0 0,-1 0 15,41-40-15</inkml:trace>
  <inkml:trace contextRef="#ctx0" brushRef="#br0" timeOffset="465953.2934">8507 14638 0,'0'-40'15,"0"80"32,0 0-31,0 0 0,40-40 15,0 0-31,0 40 15,0-40 1,0 0 0,-40 40-16,41-40 15,-1 40-15,0-40 16,0 40-16,0-40 16,-40 41-16,40-41 0,0 40 15,0-40-15,-40 40 0,41-40 0,-1 0 16,0 40-16,0-40 0,0 0 0,0 40 15,0-40-15,0 40 0,1-40 0,-1 0 16,0 40-16,0-40 0,0 0 0,0 40 16,0-40-16,0 0 0,1 0 0,-41 40 15,40-40-15,0 0 0,0 0 0,0 0 16,0 0-16,0 41 0,0-41 0,1 0 16,-1 0-16,0 40 0,0-40 15,0 0-15,0 40 0,0-40 0,0 0 16,-40 40-16,41-40 0,-1 0 0,0 40 15,0-40-15,0 0 0,0 40 0,0-40 16,41 0-16</inkml:trace>
  <inkml:trace contextRef="#ctx0" brushRef="#br0" timeOffset="467641.5021">2448 15721 0,'0'-40'16,"40"40"-16,-40-41 15,-40 41 16,0 0 1,-1 0 30,1 0-46,0 0-16,0 0 15,0 41-15,0-41 16,40 40-16,-40-40 16,0 40-16,-1 0 15,1-40-15,40 40 0,-40 0 16,0 0-16,40 0 16,-40-40-16,40 40 0,0 1 15,-40-1 1,40 0-16,0 0 0,0 0 0,0 0 15,0 0-15,40 0 16,-40 0-16,80 0 16,-40 1-16,0-41 0,1 0 15,-1 40-15,0-40 0,0 0 16,0 0-16,0 0 0,0-81 16</inkml:trace>
  <inkml:trace contextRef="#ctx0" brushRef="#br0" timeOffset="467998.1558">2889 16082 0,'0'0'0,"40"-40"16,0 40 0,41 0-1,-41 0 1,0 40-1,-40 0 1,0 0 0,0 0-1,-80 0 1,39-40-16,1 0 16,-40 0-1,0-40 1,40 40-1,40-40 1,40 0 0,40 0-1,-40 0-15,0-1 0</inkml:trace>
  <inkml:trace contextRef="#ctx0" brushRef="#br0" timeOffset="468337.8904">3531 15681 0,'0'0'0,"0"40"78,0 0-63,-40 0-15,40 0 16,-40 0-16,40 0 0,-40 0 16,40 0-16,0 1 0,-40-1 0,40 0 15,0 0-15,0 0 0,-41 0 16,41 0-16,0 0 0,0 0 15,0 0-15</inkml:trace>
  <inkml:trace contextRef="#ctx0" brushRef="#br0" timeOffset="468791.132">3892 16122 0,'0'0'16,"40"0"-1,1 0 1,-1 0-16,0 0 15,0 0 17,-40 40-32,0 0 15,0 80 1,0-80 0,-40-40-1,-40 40 1,39-40-1,1 0-15,0 0 16,0-40-16,0 40 0,40-40 16,0-40-1,40 40 1,0 0 0,40 40-1,-39-40-15</inkml:trace>
  <inkml:trace contextRef="#ctx0" brushRef="#br0" timeOffset="469241.6772">4294 16042 0,'40'0'47,"-40"40"-47,40-40 15,0 0-15,0 0 16,0 0-16,-40 40 16,40-40-16,-40 40 0,0 0 15,0 0 1,0 0-16,0 0 16,0 0-1,-40-40 16,0 0-15,0 0 0,40-40-1,0 0 1,0 0-16,40 40 16,0-40-16,-40 0 15,40 40-15,0 0 0,-40-40 16,41 40-16,-1 0 0,0 0 15,-40-40-15,40 40 0,0 0 0,0 0 16,0-40 0</inkml:trace>
  <inkml:trace contextRef="#ctx0" brushRef="#br0" timeOffset="471485.816">9149 16001 0,'0'-40'16,"40"40"-1,0 0 1,0 0-16,0 0 31,-80 0 0,40 40-31,0 1 16,-40-41 250,40-41-251,0 82 282,0-1-281,0 0-16,0 0 15,-40-40-15,40 40 16,0 0-16,0 0 31,-40-40-31,40 40 32,0 0 296,0 0-297,-40-40-31,40 41 16,0-1-1,0 0 1,0 0-1</inkml:trace>
  <inkml:trace contextRef="#ctx0" brushRef="#br0" timeOffset="473834.4384">9269 16001 0,'0'-40'16,"0"0"15,40 40 32,0 0-48,1 0-15,-41-40 0,40 40 16,-40-40-16,40 40 16,0 0-1,0 0 1,-40 40 0,40-40-16,-40 40 15,0 0 1,0 0-16,-40-40 15,40 41-15,-40-41 0,40 40 0,-40-40 16,40 40-16,-40-40 0,0 40 16,-1-40-16,41 40 0,-40-40 0,40 40 15,-40-40-15,0 40 0,0-40 16,40-40 46,40 40-62,0 0 782,-40-40-767,40 40-15,0 0 16,1 0 0,-41-40-1,40 40-15,0 0 16,0 0-1,0 40 32,-40 0-47,0 0 32,40 0-17,-40 0 1,-40 0-16,0-40 15,40 41-15,-40-41 16,0 0-16,0 40 0,-1-40 16,1 0-1,40 40-15,-40-40 16,0 0-16,0 0 0,0 0 16,0 0-16,0 0 0,-1 0 15,1 0-15,0 0 16,40-40-16,0 0 15,40 40 1,-40-41-16,40 41 0</inkml:trace>
  <inkml:trace contextRef="#ctx0" brushRef="#br0" timeOffset="474325.6916">10072 15921 0,'0'-40'0,"40"40"31,0 0 0,-40 40 16,-80 0-31,80 0-16,0 1 15,-40-1-15,-1 0 0,41 0 0,-40 0 16,0 0-16,40 0 0,-40 0 16,40 0-16,-40 0 0,40 1 0,-40-1 15,40 0-15,-40-40 16,40 40-16</inkml:trace>
  <inkml:trace contextRef="#ctx0" brushRef="#br0" timeOffset="475057.8868">10312 16122 0,'-40'0'0,"40"-40"47,40 40-32,-80 0 17,40 40-32,0 0 15,-40-40-15,40 40 0,0 0 0,0 0 16,0 0-16,-40 0 16,40 0-16,0 1 31,40-41-31,0 0 31,0 0-31,1 0 16,-41-41-1,0 1-15,40 40 16,-40-40-16,40 40 16,-40-40-16,0 80 62,0 0-46,40-40-16,-40 40 0,40-40 15,-40 41 1,40-41-16,0 0 0,0 0 16,1 0-1,-1 0 1,-40-41-16,40 41 15,-40-40-15,0 0 0,40 0 16,-40 0-16,40 0 0,-40 0 16,40 0-16,-40 0 15,40 0-15,-80 40 63</inkml:trace>
  <inkml:trace contextRef="#ctx0" brushRef="#br0" timeOffset="476549.7029">11877 15801 0,'-40'0'47,"40"-40"-47,-40 40 63,0 0-48,0 0-15,0 40 16,0-40-16,0 40 16,-1-40-16,1 40 0,0 0 15,0 0-15,0 0 16,40 1 0,-40-41-16,40 40 0,0 0 15,0 0-15,-40 0 0,40 0 16,0 0-16,0 0 0,0 0 15,40-40-15,-40 40 16,40-40-16,-40 41 16,40-41-16,0 0 0,0 0 15,0 0 1,1 0-16,-41-41 0,40 41 16,-40-40-16,0 0 46,40 40-46,0-40 32,0 40-17,-40-40 1,40 40 15,0 0 0,-40-40-31,0 0 32,0 0-1,40 40 31,1 40-62,-1-40 16,0 0-16,0 0 16,0 0-16,0 0 15,0 0 1,-40-40-16,0 80 62,-40-40-46,40 40-16,0 0 16,-40 0-16,40 0 0,0 0 15,0 0-15,0 1 16,0-1-16,0 0 16,40-40 15,0 0-31</inkml:trace>
  <inkml:trace contextRef="#ctx0" brushRef="#br0" timeOffset="477053.8026">12439 16162 0,'80'0'63,"-80"40"-48,41-40-15,-1 0 16,-40 40-16,40-40 0,-40 40 0,0 0 16,0 0-1,0 0-15,0 1 16,-40-41-16,0 0 16,40 40-16,0-80 46,0-1-46,-41 41 16,41-40-16,0 0 0,0 0 16,41 0-16,-1 40 15,-40-40-15,40 40 0,-40-40 0,40 40 16,0 0-16,0 0 0,-40-40 16,40 40-16,0 0 0,1 0 15,-1 0-15,0 0 16,-40-40-16,40 40 0</inkml:trace>
  <inkml:trace contextRef="#ctx0" brushRef="#br0" timeOffset="478057.5118">13362 16082 0,'-40'0'32,"0"0"-17,0 0 1,0 40-16,-1-40 0,1 0 16,0 40-16,0 0 0,0-40 15,40 40-15,-40 0 0,40 0 16,0 0-16,0 0 15,40-40-15,0 0 16,0 0-16,0 0 16,0-40-16,1 40 15,-1-40-15,-40 0 16,40 0-16,-40 0 16,40 40-16,-40-40 0,0 0 15,0 80 63,40-40-78,-40 40 16,40-40-16,-40 40 16,40-40-16,0 40 0,1-40 15,-1 0 1,0 0-1,-40-40 1,40 40-16,-40-40 0,40 40 16,-40-40-16,0 0 15,40 0 1,-40 80 31,0 0-47,0 0 15,0 0 1,40-40-16,-40 40 16,40-40-1,1 0-15,-1 0 0,0 0 16,-40-40-16,40 40 0,-40-40 16,40 0-16,-40 0 15,40 0-15,-40 0 16,0-1-1,-40 82 17,40-1-17,-40-40-15,40 40 0,-40-40 16,40 40-16,-40-40 0,40 40 0,0 0 16,-40-40-16,40 40 0,-41 0 15,41 0-15,0 0 0,-40-40 16,40 41-16,0-1 0,-40 0 15,40 0-15,-40-40 16,40 40-16,0 0 16,-40-40-16,40 40 0,-40-40 0,40 40 15,-40-40-15,0 40 0,-1-40 16,1 41-16,0-41 0,0 0 16,0 40-16,0-40 0,0 0 15,0 0-15,-1 0 0,41-40 16,-40 40-16,40-41 0</inkml:trace>
  <inkml:trace contextRef="#ctx0" brushRef="#br0" timeOffset="479618.0446">14566 16001 0,'0'-40'47,"0"80"16,0 1-63,0-1 15,0 0-15,0 0 0,0 0 16,0 0-16,0 0 0,-40 0 15,40 0-15,-40 0 0,40 1 16,0-1-16,0 0 16,-41-40-16,41 40 0</inkml:trace>
  <inkml:trace contextRef="#ctx0" brushRef="#br0" timeOffset="479861.8111">14405 16042 0,'40'-41'0,"-80"82"0,121-122 16,-41 81-1,0-40-15,0 40 16,0 0-1,40 0-15,-39 0 16,-1 0-16</inkml:trace>
  <inkml:trace contextRef="#ctx0" brushRef="#br0" timeOffset="480100.3787">14365 16523 0,'0'40'0,"0"0"16,40-40 0,0 0-16,1 0 15,39 0 1,-40-40-1,0 40 1</inkml:trace>
  <inkml:trace contextRef="#ctx0" brushRef="#br0" timeOffset="480673.7057">14847 16362 0,'0'0'0,"-40"0"15,80 0 17,0 0-17,0 0 1,-40 40-16,0 1 16,0-1-1,0 0 1,0 0-1,0-80 32,80 40-31,-80-40-16,40 40 0,-40-40 16,41-1-16,-1 41 0,0-40 15,0 40-15,-40 40 31,40 1-15,-40-1-16,0 0 16,-40 0-16,0-40 15,80 0 32,-40-80-47,40 80 0,-40-40 0,40 40 16,-40-41-16,40 41 0,0 0 15,1 0-15,-41-40 16,40 80 0,-40 1-16,0-1 15,0 0-15,40 0 16,-40 0 15</inkml:trace>
  <inkml:trace contextRef="#ctx0" brushRef="#br0" timeOffset="481766.5641">15850 16282 0,'0'0'0,"0"-40"16,40 0-1,0 0 1,-80 40 0,40 40-1,-40-40-15,0 40 16,0 0 0,40 0-1,40-80 32,0 40-47,0 0 16,-40-40-16,40 40 0,-40 40 31,0 0-31,0 0 16,0 0-16,0 1 15,0-1-15,40-40 31,0 0-15,1 0-16,-1-40 0,0 40 0,0-41 0,0 41 16,0-40-16,0 0 0,0 40 15,-40-40-15,41 0 0,-1 40 0,-40-40 16,40 0-16,0 0 0,-40 0 16,-40 40 15,0 0-31,40 40 0,-40-40 15,-1 40-15,1-40 16,40 40-16,40-40 31,1-40-15,-1 0-16,0 40 16,0 0-16,-40-40 15,40 40 1,-40 80-16,0-40 15,0 0-15,0 0 16,0 0-16,0 0 0,0 0 16,-40-40-16,40 41 0,0-1 15,-40-40-15,40 40 0,0 0 16,-40 0-16,0-40 0,40 40 0,-41 0 16,41 0-16,-40 0 0,0-40 0,40 41 15,-40-1-15,0 0 0,0-40 16,0 40-16,0-40 0,-1 0 15,1-40 1,40 0 0,0 0-16,81-1 15,-81 1-15,40 0 0,0 0 16,0 0-16,0 40 0,0-40 0,0 40 16,0-40-16,1 40 0,-1 0 0,0 0 15,0-40-15,0 40 0,0-40 16,0 40-16,0 0 0,1-41 15,-1 41-15,0-40 0,0 40 16,-40-40-16,40 40 0,-40-40 16,40 40-16,0-40 0,0 0 15,-40 0-15,41 40 0,-41-40 16,0 0-16,40 40 16,-80 40 15,40 0-31,-41 0 0,41 0 15,-40 0-15,40 0 0,0 0 16,0 0-16,0 1 16,40-1-16,1-40 15,-1 40-15,0-40 0,0 0 16,0-40-16,0 0 16</inkml:trace>
  <inkml:trace contextRef="#ctx0" brushRef="#br0" timeOffset="543961.8989">21147 16001 0,'0'-40'15,"-41"40"-15,1 0 0,40-40 16,-40 40-16,40-40 16,-40 40-16,40 40 93,-40-40-15,0 0-62,0 0-16,0 0 16,-1 0-16,1 40 0,0-40 15,0 40-15,0-40 0,40 41 0,-40-41 16,0 40-16,0 0 0,-1 0 16,1-40-1,40 40-15,0 0 0,0 0 16,0 0-16,0 0 0,0 0 15,40 1-15,-40-1 0,0 0 0,41 0 16,-41 0-16,40 0 0,0 0 0,-40 0 16,40 0-16,0 1 0,0-1 0,0-40 15,0 40-15,41 0 0,-41-40 16,0 0-16,0 0 0,0 0 16,0 0-16,0 0 0,1-40 0,-1 40 15,0-40-15,0 0 0,0-1 0,0 1 16,0 0-16,0-40 0,1 40 0,-1 0 15,0 0-15,-40 0 0,40-1 0,-40 1 16,0 0-16,0 0 0,0 0 0,0 0 16,0 0-1,-40 40-15,0-40 0,0 40 16,-1 0-16,1-40 0,0 40 0,0 0 16,0 0-16,-40-40 0,40 40 0,-1 0 15,1 0-15,0-41 0,0 41 16,0 0-16,0 0 0,0 0 15,80 0 1</inkml:trace>
  <inkml:trace contextRef="#ctx0" brushRef="#br0" timeOffset="544821.5097">22070 16362 0,'-41'0'15,"41"-40"48,-40 40-63,0 0 31,0 0 0,0 0-15,80 0 31,0 0-32,0 0-15,0 0 16,1-40-16,-1 40 0,0 0 0,0 0 16,40 0-16,-40 0 0,0-40 0,1 40 15,39 0-15,-40 0 0,0 0 0,0 0 16,0 0-16,0 0 0,1-40 0,-1 40 15,0 0-15,0 0 0,0 0 0,-40-40 16,40 40-16,0 0 16,-40-40-16,40 40 0,1 0 15,-41-40-15,0 0 16,-41 40 15,41 40 0</inkml:trace>
  <inkml:trace contextRef="#ctx0" brushRef="#br0" timeOffset="546012.7998">24116 16082 0,'0'40'15,"40"-40"1,-40-40 0,0 0 15,0 80 16,0 0-32,0 0 1,0 0 0,0 0-16,0 0 0,0 0 15,0 0-15,0 0 0,0 1 16,-40-1-16,40 0 0,0 0 15,0 0-15,0 0 16,40-80 15,0-40-15,0 40 0,-40 0-16,40-1 15,-40 1-15,0 80 47,0 1-31,41-41-16,-41 40 0,40-40 15,-40 40-15,0 0 16,40-40 0,-40 40-1,0 0 1,-40-40-16,0 0 0,-1 40 15,1-40-15,0 0 0,0 40 0,0-40 16,-40 0-16,40 40 0,-1-40 0,1 0 16,0 0-16,0 41 0,0-41 0,0 0 15,40-41 1</inkml:trace>
  <inkml:trace contextRef="#ctx0" brushRef="#br0" timeOffset="546457.3202">24678 16082 0,'0'0'0,"0"-40"16,0 80 93,0 0-109,0 0 16,0 0-16,0 0 16,40 0-16,-40 0 0,0 0 0,0 0 15,0 1-15,0-1 0,0 0 16,0 0-16,0 0 15,40-40-15,-40 40 0,0 0 16,40-40-16</inkml:trace>
  <inkml:trace contextRef="#ctx0" brushRef="#br0" timeOffset="546964.7791">25440 16402 0,'-40'-40'16,"80"80"-16,-120-80 0,80 0 15,-40 40-15,0 0 16,-41 40-1,81 0-15,0 1 16,0-1 0,40-40-1,1 0 1,-1 0 0,0 0-16,0 0 15,-40-40-15,40 40 0,-40-41 16,0 1-16,0 0 15,0 80 64,0 0-79,0 1 15,0-1 1,0 0-16,40-40 15,0 40-15,1-40 0,-1 0 16,0 0-16</inkml:trace>
  <inkml:trace contextRef="#ctx0" brushRef="#br0" timeOffset="547302.2905">26122 16202 0,'0'0'0,"0"-40"16,0 0-1,-40 40 17,40 40-32,-40 0 15,0 0 1,0 40-1,40 41 1,40-81 0,80 0-1,-39-40 1,-41 0-16,40-40 16,-80 0-16,40 40 15,0-41-15,0 1 16</inkml:trace>
  <inkml:trace contextRef="#ctx0" brushRef="#br0" timeOffset="547558.1386">26443 16001 0,'0'41'47,"0"-1"-16,40-40-15,-40 40-16,0 0 15,0 0-15,0 0 16,0 0-16,0 0 16,0 0-16,0 0 15,0 1 1,0-1-1</inkml:trace>
  <inkml:trace contextRef="#ctx0" brushRef="#br0" timeOffset="548038.0994">27005 15961 0,'0'-40'15,"-40"40"-15,40 40 47,-40-40-47,40 40 16,-40-40-16,40 41 0,-40-41 0,40 40 15,-41-40-15,1 40 0,0-40 16,0 40-16,0 0 0,0-40 16,0 0-16,0 40 0,-1-40 15,82 0 48,-1 40-32,0-40-31,0 0 16,-40 40-16,40-40 0,-40 40 0,40-40 15,0 0-15,0 0 0,1 0 16,-1 0-16,0 0 16,0 0-16,-40-40 0,40 40 0,0 0 15,0 0-15</inkml:trace>
  <inkml:trace contextRef="#ctx0" brushRef="#br0" timeOffset="550329.9256">20264 17646 0,'0'-40'31,"0"0"0,40 40-31,0 0 16,-40-41-16,40 41 31,-40-40-15,40 40-16,0 0 15,1 0 32,-1 0-31,-40 40-16,40-40 15,-40 41-15,40-41 0,-40 40 16,40 0-16,-40 0 16,0 0-16,0 0 15,-40 0-15,40 0 16,-40-40-16,40 40 0,-40-40 15,0 40-15,-1 1 0,1-41 16,40 40-16,-40-40 0,0 40 0,0-40 16,0 0-16,40 40 0,-40-40 15,40-40 17,0 0-32,0 0 15,40 40 1,-40-41-16,40 41 31,0 0-15,-40 41-16,40-41 15,-40 40-15,40-40 0,-40 40 0,40-40 16,-40 40-16,41-40 0,-1 40 16,0-40-16,-40 40 0,40-40 15,0 40-15,0-40 16,-40 40-16,40-40 0,0 0 15,1 0-15,-1 0 16,0 0-16</inkml:trace>
  <inkml:trace contextRef="#ctx0" brushRef="#br0" timeOffset="551161.6994">21427 17606 0,'0'0'0,"-40"0"94,0 0-78,0 0-16,0 0 15,40 40-15,-40-40 0,0 0 0,0 0 16,-1 0-16,1 40 15,0-40-15,0 0 16,0 0-16,0 0 16,80 0 31,0 0-16,0 0-16,0 0 1,-40 40-16,0 0 16,0 0-1,40 0-15,-40 0 16,0 0 0,41-40 15,-41 41-31,40-41 15,0 0-15,0 0 16,0-41 0,0 41-16,0-40 15,0 40-15,-40 40 32,0 1-17,0-1 1,0 0-1,-40-40-15,40 40 0,-40-40 16,40 40-16,-40-40 16,0 0-16,0 0 0,0 40 0,0-40 15,-1 0-15,1 40 0,0-40 16,0 0-16,40 40 16</inkml:trace>
  <inkml:trace contextRef="#ctx0" brushRef="#br0" timeOffset="551929.8571">22150 17606 0,'0'-40'32,"-40"40"14,0 0-30,40 40 0,-41-40-16,1 0 15,0 0 1,0 0 0,40 40 62,40-40-78,-40 40 15,40-40-15,-40 40 16,0 0-16,0 0 0,0 0 16,0 0-16,0 0 0,0 1 15,0-1 1,40-40-1,1 0-15,-1 0 16,0-40-16,0 40 16,-40-41-16,40 41 0,0 0 15,-40-40-15,40 40 32,-40 40-17,0 1 1,0-1-16,40-40 0,-40 40 15,0 0-15,-80 0 16,40-40 0,40 40-16,-40-40 0,0 0 15,40 40-15,-40-40 0,0 0 16,-1 0-16,1 0 16,0 0-16,0 0 15,0 0 1</inkml:trace>
  <inkml:trace contextRef="#ctx0" brushRef="#br0" timeOffset="552581.6367">23073 18007 0,'0'0'0,"0"-40"0,40 40 141,0 0-125,0 0-1,0 0-15,0 0 16,0 0-16,1 0 15,-1 0-15,0 0 0,0 0 16,0 0-16,0 0 16,0 0-16,-80 0 47,0 0-47,0 0 15,0 0-15</inkml:trace>
  <inkml:trace contextRef="#ctx0" brushRef="#br0" timeOffset="554689.639">24317 17566 0,'0'-41'0,"40"41"0,-40-40 15,0 80 95,0 1-110,0-1 15,0 0-15,0 0 16,40 0-16,-40 0 16,0 0-16,0 0 0,40-40 15,-40 40-15,40 0 16,0-40-16,0 0 16,0 0-1,-40-40 32,41 40-31,-1-40-1,-40 0-15,0 0 16,0 0-16,40 40 0,-40-40 16,0 0-1,0 80 63,40 0-62,-40 0-16,40-40 16,-40 40-16,0 0 15,40-40-15,-40 40 0,40-40 16,0 0-16,-40 40 0,41-40 15,-1 0-15,0 0 16,0 0-16,0 0 16,0 0-1,-40-40 1,40 0 0,-40 0-1,0 0-15,0 0 0,0 0 16,0 0-16,0 0 0,0 0 15,0-1-15,0 1 0,0 0 16,0 0-16,0 0 16,0 0-1,0 80 32,0 0-47,-40-40 16,40 40-16,-40-40 15</inkml:trace>
  <inkml:trace contextRef="#ctx0" brushRef="#br0" timeOffset="555257.6858">25520 17325 0,'0'0'0,"-40"0"0,40-40 15,0 0 1,0 80 15,40 0-15,-40 0-16,0 0 15,0 0-15,41 0 0,-41 0 16,0 1-16,0-1 0,0 0 16,0 0-16,0 0 0,0 0 15,0 0-15,0 0 16,0-80 31,40 0-47,-40 0 15,40 40-15,-40-40 16,40 0-16,0 0 16,-40 0-16,40 40 15,-40-41 1,40 41-16,0 0 31,1 0-15,-41 41-16,40-1 15,-40 0-15,0 0 16,0 0-16,0 0 0,0 0 16,0 0-16,0 0 15</inkml:trace>
  <inkml:trace contextRef="#ctx0" brushRef="#br0" timeOffset="555509.766">26323 17525 0,'0'0'0,"0"41"62,0-1-62,0 0 0,0 0 16,0 0-16,0 0 16,0 0-16,0 0 15</inkml:trace>
  <inkml:trace contextRef="#ctx0" brushRef="#br0" timeOffset="555716.7272">26283 17325 0,'0'-40'15,"0"80"-15,0-120 16,0 40-16,40-1 15</inkml:trace>
  <inkml:trace contextRef="#ctx0" brushRef="#br0" timeOffset="556121.5946">26764 17124 0,'0'0'0,"0"-40"16,0 80 31,0 0-47,0 1 16,0-1-16,-40-40 0,40 40 15,0 0-15,0 0 0,0 0 16,0 0-16,0 0 0,0 0 15,0 1-15,0-1 0,0 0 16,40 0-16,-40 0 0,40-40 16,-40 40-16,41-40 0,-41 40 0,40-40 15</inkml:trace>
  <inkml:trace contextRef="#ctx0" brushRef="#br0" timeOffset="556589.7882">26684 17606 0,'0'-40'0,"0"80"0,-40-161 16,120 121-16,-40-40 15,81 40 1,-81 0-16,40 0 15,-40 0-15,0 0 0,41 0 16,39 0 0,0-40-1,1 0 1,-81-40 0,0 40-1,0 0 1,-80 40-1,40 40 1,-120 0 0,79 40-1,41 0 1,41-40 0,79-40-1,0 40 1,1-40-1,-81 0 1,0 0-16</inkml:trace>
  <inkml:trace contextRef="#ctx0" brushRef="#br0" timeOffset="685001.4533">3411 17405 0,'40'0'63,"-40"40"124,-40 0-187,40 0 16,-40-40-16,40 41 0,0-1 15,-41-40-15,41 40 0,-40 0 16,40 0-16,-40 0 16,40 0-16,0 0 0,0 0 15,0 0-15,40 1 16,-40-1-1,40-40-15,1 0 0,-1 0 16,0 0-16,0 0 0,0 0 16,0 0-16,0 0 0,-40-40 0,41 40 15,-1-41-15,0 1 16,-40 0-16,0 0 16,0 0-16,0 0 15,-40 0-15,0 0 16,80 40 62,0 0-78,0 0 16,-40-40-16,40 40 0,0 0 15,0 0-15,0-40 0,1 40 0,-1-41 16,0 41-16,0-40 0,0 40 15,-40-40-15,0 80 63,0 0-32,0 1-31,40-41 16,-40 40-16,0 0 0,0 0 15,0 0-15,0 0 0,0 0 0,0 0 16,0 0-16,0 0 0,0 1 16,0-1-16,0 0 0,0 0 15,0 0-15</inkml:trace>
  <inkml:trace contextRef="#ctx0" brushRef="#br0" timeOffset="685502.4575">4294 17646 0,'0'0'0,"40"-40"15,-40 0 1,40-1 0,0 41-1,0 0-15,40 81 16,-40-41-16,1 0 16,-1 0-1,0 40 1,-40-40-1,0 0 1,-40 0 0,0-40-1,40-40 1,0 0-16,0-40 16,40 40-1,40-40 1,0 40-1,0-41 1,1 41 0,-1 0-1,-80 0 1</inkml:trace>
  <inkml:trace contextRef="#ctx0" brushRef="#br0" timeOffset="686498.3101">5457 17405 0,'0'40'32,"-40"-40"-17,0 40-15,40 0 16,-40-40-16,40 41 0,-40-1 16,40 0-16,0 0 15,0 0 1,40-40-16,0 0 15,0 0-15,0 0 16,0-40-16,0 0 16,-40 0-16,41 40 0,-41-40 15,0-1-15,0 1 16,0 0-16,-41 40 16,41-40-16,0 80 46,0 0-30,41 0-16,-41 1 16,40-41-16,-40 40 0,40 0 15,0-40 1,0 40-16,0-40 16,0 0-16,0 0 15,-40-40-15,0 0 16,0 0-16,0-1 15,0 1-15,0 0 16,41 40-16,-41-40 0,0 0 16,0 80 15,0 0-15,0 0-1,0 0-15,40-40 16,0 0-16,0 0 15,0 0-15,0 0 0,0-40 16,0 40-16,-40-40 16,41 40-16,-41-40 15,0 0-15,0 0 32,-41 40-17,41-40-15,-40 40 31,40 40-15,0 0-16,0 0 16,0 0-16,0 0 15,0 0-15,0 1 0,0-1 16,0 0-16,0 0 16,0 0-16,0 0 0,0 0 15,0 0-15,0 0 16,0 0-16,0 1 0,-80-1 0,80 0 15,0 0-15,-40 0 0,0-40 16,40 40-16,-40-40 0,40 40 0,-40-40 16,-1 40-16,1-40 15,0 0-15,0 0 16</inkml:trace>
  <inkml:trace contextRef="#ctx0" brushRef="#br0" timeOffset="688865.6665">6781 17566 0,'-40'0'16,"0"0"0,80 0 62,0 0-78,0 0 15,1 0 1,-1 0-16,0 0 16,0 0-16,0 0 0,0 0 15,0 0-15,0 0 16,1 0-16,-1 0 0,0 0 15,0-41-15,-40 1 47</inkml:trace>
  <inkml:trace contextRef="#ctx0" brushRef="#br0" timeOffset="689257.8074">7183 17365 0,'0'0'0,"-41"-40"16,41 0 0,0 80 30,0 0-30,0 0-16,41 0 16,-1-40-1,0 40 1,0-40-16,0 0 0,0 0 16,0 0-16,1 0 15,-1 0-15,-40 40 31,-40 1-15,40-1-16,-41-40 0,1 40 0,0 0 16,0 0-16,0-40 0,0 40 0,0 0 15,-1-40-15,41 40 0,-40-40 0,0 40 16</inkml:trace>
  <inkml:trace contextRef="#ctx0" brushRef="#br0" timeOffset="690558.0186">8346 17365 0,'40'0'31,"-80"0"47,0 0-62,0 0 0,0 0-16,0 0 15,40 40-15,-40-40 0,0 40 0,-1-40 16,41 40-16,-40 0 16,40 1-16,0-1 15,0 0-15,0 0 16,0 0-1,40-40-15,-40 40 0,41-40 16,-41 40-16,40-40 0,0 0 16,0 0-16,0 0 0,0 0 15,0 0-15,0 0 0,1 0 16,-1 0-16,0 0 16,-40-40-16,0 0 15,0 0-15,0 0 16,0 0-1,-40 0-15,40-1 0,-40 1 16,40 0-16,0 0 16,-41 0-1,1 40-15,0-40 16,0 40 0,0 0-16,80 40 31</inkml:trace>
  <inkml:trace contextRef="#ctx0" brushRef="#br0" timeOffset="691296.9623">9269 17245 0,'0'0'0,"0"40"109,-40-40-109,40 40 16,0 0-16,-40-40 0,40 40 16,0 0-16,-40 0 0,40 0 15,0 1-15,0-1 0,0 0 16,0 0-16,0 0 0,0 0 15,0 0-15,40 0 16,0-40 0,0 0-16,0 0 0,0 0 15,1 0-15,-1 0 0,0 0 0,-40-40 16,40 40-16,0 0 0,0-40 16,-40 0-1,0 0 1,-40 40-16</inkml:trace>
  <inkml:trace contextRef="#ctx0" brushRef="#br0" timeOffset="691525.4404">9028 17686 0,'-40'0'15,"80"0"-15,-120 0 16,80-40 15,40 40-31,0-40 0,41 40 16,-41 0-16,0-40 15,0 40-15,0 0 0,0 0 16,-40-41-16,40 41 16</inkml:trace>
  <inkml:trace contextRef="#ctx0" brushRef="#br0" timeOffset="691902.6331">9670 17445 0,'41'0'16,"-41"-40"-16,40 40 15,40 0 1,-40 0-1,0 0 1,0 0-16,-40 80 16,0-40-16,40 1 15,-40 39 1,-40-40 0,0-40-16,0 0 15,40 40-15,-80-40 16,40 0-16,40-40 15,-40-40 1,40-1 0,0 41-16,40-40 15,0 80-15,0-40 16,0 40 0,-40-40-16</inkml:trace>
  <inkml:trace contextRef="#ctx0" brushRef="#br0" timeOffset="692383.4324">10272 17245 0,'40'-40'15,"1"-1"-15,-1 41 16,80-40 0,0 40-1,1 81 1,-121-1 0,0 0-1,-40-40-15,0 40 16,-1-80-16,41 40 0,-80 1 0,-40-1 15,40 0 1,39-40 0,1-40-1,40 0 17,40 40-17,1 0-15,-1 0 16,40 80-16,-40-80 15,0 40-15,81 0 16,-41-40 0,-40 40 15</inkml:trace>
  <inkml:trace contextRef="#ctx0" brushRef="#br0" timeOffset="693089.8347">11316 17285 0,'0'-40'15,"-40"40"48,-1 0-47,1 0-1,40 40-15,-40-40 16,0 0-16,40 40 15,-40-40-15,0 0 16,40 40 62,0 0-62,0 0-1,0 0-15,0 0 16,40-40-16,-40 41 0,0-1 16,40-40-16,-40 40 15,40-40 1,-40 40-16,40-40 16,0 0-1,1 0 1,-1 0 15,0 40-15,-40 0-1,0 0 1,0 0-16,-40-40 16,40 40-16,-40-40 15,40 40-15,-41-40 0,1 0 0,0 0 16,0 0-16,0 41 0,0-41 15,0 0-15,0 0 16,-1 0-16,41-41 0,-40 41 16</inkml:trace>
  <inkml:trace contextRef="#ctx0" brushRef="#br0" timeOffset="693729.6454">11837 17245 0,'-40'0'0,"0"0"47,0 0-31,40 40-1,-40-40-15,0 40 0,0-40 16,40 40 0,-41-40-16,41 40 62,41-40-46,-41 40-16,40-40 15,-40 40-15,40-40 16,-40 40-16,0 1 16,40-41-16,-40 40 0,0 0 15,40-40-15,-40 40 16,40 0-1,0-40-15,0 0 16,1 0 0,-1-40-1,0 40 1,0 0 0,-40 40-16,0 0 15,0 0 1,0 0-16,-40 0 15,0 0-15,0-40 0,-1 41 16,1-41-16,-40 40 0,40-40 0,-40 40 16,-1-40-16,1 0 0,-40 0 0</inkml:trace>
  <inkml:trace contextRef="#ctx0" brushRef="#br0" timeOffset="696973.4283">27928 16001 0,'40'0'15,"0"0"48,0 0-16,0 0-32,1 0-15,39 0 0,-40-40 16,0 40-16,0 0 0,0 0 16,0 0-16,1 0 0,-1-40 0,0 40 15,0 0-15,0 0 16,0 0-16,0 0 0,-40 40 62,-40-40-46,40 40 0,0 1-16,0-1 15,0 0 1,40-40-16,-40 40 0,0 0 15,0 0-15,40 0 16,-40 0-16,0 0 0,0 0 0,0 1 16,0-1-16,0 0 15,0 0-15,0 0 0,0 0 0,0 0 16,0 0-16,41 0 0,-41 1 0,0-1 16,0 0-16,0 0 0,0 0 15,40 0-15,-40 0 0,0 0 16,0 0-16,0 0 0,0 1 15,0-1-15,40 0 0,-40 0 16,0 0-16,0 0 16,0 0-16,0 0 15,0 0-15,0 1 16,0-1 0,-40-40 77,0 0-77,-1 0-16,1 0 0,0 0 16,0 0-16,0 0 15,0 0 1,40-40 15,0-1-15</inkml:trace>
  <inkml:trace contextRef="#ctx0" brushRef="#br0" timeOffset="697748.8623">28690 16763 0,'40'0'125,"1"0"-110,-1 0-15,0-40 0,0 40 0,0-40 16,0 40-16,0 0 0,1-40 0,-1 40 0,0 0 15,0 0-15,0 0 16,0 0-16,0 0 16,-40-40-16,40 40 15,1 0 1,-1 0 31,0 0-32,-40-40 1,40 40-16,0 0 31,-80 0 47,0 0-46</inkml:trace>
  <inkml:trace contextRef="#ctx0" brushRef="#br0" timeOffset="698822.0136">29533 15921 0,'40'0'32,"-40"-40"-17,0 80 142,0 0-142,0 0-15,0 1 16,0-1-16,0 0 0,-40 0 0,40 0 15,0 0-15,-40 0 0,40 0 0,0 0 16,0 0-16,0 1 0,0-1 16,40-40-16,0 0 31,0 0-15,-40-81-16,0 41 15,40 40-15,-40-40 16,41 0-1,-1 0 1,0 40 0,-40-40-1,40 40-15,0 0 16,0 0-16,0 0 16,-40 40-16,40-40 0,-40 40 15,41-40-15,-41 40 0,40-40 16,-40 40-16,0 0 15,0 1-15,0-1 16,0 0-16,-40-40 16,-1 40-16,1-40 15,-40 40-15,40-40 0,0 0 16,0 0-16,40 40 16,-40-40-16,-1 0 0,1 0 15,40-40-15,-40 40 0,40-40 16,0 0-16,0 0 15,40 40-15,-40-40 0,40 40 0</inkml:trace>
  <inkml:trace contextRef="#ctx0" brushRef="#br0" timeOffset="699169.7153">30295 16042 0,'0'0'0,"41"0"63,-41 40-48,40-40 1,0 40 0,-40 0-16,40 0 0,-40 0 15,40 0-15,-40 0 16,0 0-16,0 0 16,0 1-1</inkml:trace>
  <inkml:trace contextRef="#ctx0" brushRef="#br0" timeOffset="699369.7913">30336 15961 0,'-81'-40'15,"81"0"-15,-40 40 16,40-40-16,0 0 16,40 40-1</inkml:trace>
  <inkml:trace contextRef="#ctx0" brushRef="#br0" timeOffset="699833.0293">30616 15961 0,'-40'0'0,"80"0"47,-40 40-47,41-40 0,-41 41 16,40-41-16,-40 40 15,40-40-15,-40 40 0,0 0 16,0 0-16,0 0 16,0 0-16,0 0 31,0-80 0,0 0-31,0-40 16,40 80-16,-40-40 0,40 0 0,0 0 15,-40-1-15,40 1 16,-40 0 0,40 40-16,1 0 15,-41 40-15,40 0 16,-40 1 0,40-41-16,-40 40 0,0 0 15,0 0-15,0 0 16,0 0-1,0 0-15</inkml:trace>
  <inkml:trace contextRef="#ctx0" brushRef="#br0" timeOffset="700296.4265">31419 16001 0,'0'-40'16,"0"80"15,-40-40-15,0 41-16,40-1 15,0 0-15,-40 0 16,40 0-16,0 0 15,40-40 1,0 0 0,-40-40-16,40 40 0,-40-40 15,0 0-15,0 0 16,0 0-16,0-1 16,0 1-16,0 80 62,0 1-62,0-1 16,0 0-16,40 0 15,-40 0 1,40 0-16,-40 0 16,40-40-16,-40 40 31</inkml:trace>
  <inkml:trace contextRef="#ctx0" brushRef="#br0" timeOffset="700729.0254">31579 16001 0,'0'0'16,"81"-40"-16,-1 0 15,-80 0 1,40 40 0,0 0-16,0 0 0,0 40 15,-40 0 1,41 0 0,-41 1-1,0-1-15,0 0 16,0 0-16,0 0 0,-41 0 15,-39-40 1,0 40 0,40-40-1,0-40 1,40-40-16,40 0 31,0 40-31,40-1 16,-40 1-16,0 0 0,1 40 15,-1-80-15,0 40 32,40 40-32</inkml:trace>
  <inkml:trace contextRef="#ctx0" brushRef="#br0" timeOffset="701178.1342">32221 15801 0,'0'40'32,"0"0"-17,0 0 1,41-40 0,-1 0-1,-40 40-15,40-40 16,0 0-16,0 0 15,-40-40-15,40 40 16,-40-40-16,0 0 16,40 0-16,-40 0 31,0 80 16,0 0-47,-40 0 15,40 0-15,0 0 0,0 0 16,0 1-16,-40-41 16,40 40-16,0 0 0,0 0 0,-40 0 15,40 0-15,-40 0 0,40 0 16,-40 0-16,40 0 0,-40 1 0,-1-41 16,41 40-16,-40 0 0,0-40 0,0 0 15,0 40-15,0-40 0,0 0 16,0 0-16</inkml:trace>
  <inkml:trace contextRef="#ctx0" brushRef="#br0" timeOffset="703301.5291">29894 17084 0,'0'40'94,"0"0"-78,0 1-16,0-1 0,0 0 15,0 0-15,0 0 0,0 0 16,0 0-16,0 0 0,0 0 16,40 1-1</inkml:trace>
  <inkml:trace contextRef="#ctx0" brushRef="#br0" timeOffset="703505.5233">29814 16964 0,'0'0'0,"0"-40"0,0 0 16,-40 0-16,40 80 47</inkml:trace>
  <inkml:trace contextRef="#ctx0" brushRef="#br0" timeOffset="704109.0582">30095 16924 0,'0'0'0,"-40"0"16,80 0 15,-40 40-31,40-40 15,0 40-15,0 0 16,-40 0-16,0 0 0,0 0 16,0 1-16,40-41 0,-40 40 15,0 0-15,0-80 63,40 40-63,-40-40 0,0-1 15,41 41-15,-1-40 0,0 40 0,0 0 16,0 0 0,0 0-1,-40 40-15,0 1 16,0-1-16,0 0 16,0 0-1,0-80 16,0 0-15,0 0-16,40 40 16,-40-41-16,40 1 0,1 40 15,-41-40-15,40 40 0,0 0 16,-40-40-16,40 40 16,0 0-16,-40 40 15,40-40-15,-40 40 16,0 0-16,0 1 15,0-1-15,0 0 16,0 0-16,0 0 16</inkml:trace>
  <inkml:trace contextRef="#ctx0" brushRef="#br0" timeOffset="705385.4543">31178 17084 0,'0'-80'15,"0"160"-15,0-200 16,-40 120-16,40 40 31,-40 0-31,40 0 16,-40 0-16,40 0 15,0 1-15,0-1 16,40-40 15,0-40-31,0-1 16,-40 1-16,40 0 16,-40 0-16,40 0 15,-40 0 1,0 80 15,0 0-15,41-40-1,-41 40-15,40-40 0,-40 40 16,40-40-16,0 40 0,0-40 16,0 41-16,0-41 15,0 0-15,1 0 16,-41-41-16,40 41 15,-40-40-15,0 0 0,0 0 16,40 40-16,-40-40 16,0 0-16,0 0 15,0 0-15,-40 40 16,0 0 0,40 40-16,0 0 15,-41 0 1,82-40 15,-1-40-15,-40 0-1,0 0-15,40 40 16,-40-40-16,0 0 31,0 80 0,0 0-31,0 0 16,0 0-16,0 0 0,0 0 16,40-40-16,-40 40 0,0 0 15,0 0-15,0 1 0,0-1 16,0 0-16,0 0 0,0 0 0,0 0 16,-40 0-16,40 0 0,-40 0 15,0 1-15,40-1 0,-41-40 16,41 40-16,-40-40 0,40 40 15,-40-40-15,0 0 0,0 0 16,40-40 15,-40 40-31,40-40 0,0 0 16,0-1-16,0 1 0,0 0 16,0 0-16,80 0 0,-80 0 15,40 40-15,-40-40 0,40 40 0,0 0 16,-40-40-16,41 40 0,-1 0 15,0 0-15,0-40 16,0 40 0,0 0-16,0 0 0,0-41 15,1 41-15,-1-40 16,-40 0 0,40 40-16,-40-40 15,0 0 1,0 0-1,0 0-15,0 0 16,0 0 0,0 80 31,0 0-47,0 0 15,0 0-15,0 0 16,0 0-16,0 0 15,40 0 1,0-40-16,0 0 16,0 0-16,0 0 15,-40-40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09-30T06:58:50.9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5016 2125 0,'-40'0'16,"0"0"3437,-1 0-3438,1 0 48,0 0 390,0 0-437,0 0-16,0 0 15,0 0 16,40 40 32,-40-40-63,-1 0 16,41 40-16,-40-40 0,0 40 15,40 0-15,-40-40 16,40 41-16,0-1 15,-40-40 1,40 40-16,0 0 16,0 0-16,40 0 15,-40 0-15,0 0 16,40-40-16,-40 40 0,0 0 0,40-40 16,-40 41-16,40-41 0,1 40 15,-1-40-15,0 40 16,0-40-16,0 0 0,0 0 15,0 0-15,0 0 0,1 0 0,-1 0 16,0-40-16,0 40 0,0-40 0,0 40 16,-40-41-16,40 41 0,0 0 0</inkml:trace>
  <inkml:trace contextRef="#ctx0" brushRef="#br0" timeOffset="472.3675">5497 2406 0,'0'-40'16,"40"40"-1,1 0 1,-1 0-16,0 0 15,0 0-15,0 0 0,0 0 16,-40 40 0,0 0-1,0 0-15,0 0 16,0 0 0,0 0-16,-40 0 15,0 0 1,0-40-16,40 41 0,-40-41 15,0 0-15,-1 0 0,1 0 16,0-41 0,40 1-16,-40 40 15,40-40-15,-40 40 0,40-40 0,0 0 16,0 0-16,0 0 16,0 0-1,40 40 16,0 0-31,-40 40 16</inkml:trace>
  <inkml:trace contextRef="#ctx0" brushRef="#br0" timeOffset="1004.9432">5939 2005 0,'0'0'0,"-40"0"110,40 40-63,0 0-47,0 0 0,0 0 15,0 0-15,0 0 0,0 0 0,0 1 16,0-1-16,0 0 0,0 0 0,40 0 15,-40 40-15,0-40 0,0 0 0,0 0 16,40 1-16,0-1 0,-40 0 16,40-40-16,0 40 0,0-40 15</inkml:trace>
  <inkml:trace contextRef="#ctx0" brushRef="#br0" timeOffset="1748.296">6460 2446 0,'0'-40'16,"40"40"0,-40-40-1,41 40 1,-1 0-16,0 0 16,0 0-16,-40 40 15,40-40-15,-40 40 16,40 0-16,-40 0 15,0 0-15,0 0 16,-40 0 0,0-40-1,0 0-15,0 0 16,40-40-16,-40 40 16,40-40-16,-41 40 0,41-40 0,-40 40 15,40-40-15,-40 0 0,40 0 16,0 0-1,40 40 1,0 0 0</inkml:trace>
  <inkml:trace contextRef="#ctx0" brushRef="#br0" timeOffset="2119.6287">6862 2326 0,'40'-41'16,"0"41"0,0-40-16,0 40 15,0 0-15,0 0 0,0 0 16,1 0-16,-1 0 0,0 40 16,0-40-16,0 41 0,0-1 15,-40 0-15,40-40 0,-40 40 16,0 0-16,0 0 0,0 0 15,0 0 1,-40-40-16,40 40 0,-40-40 16,0 0-16,0 0 15,0 0-15,40-40 16,0 0-16,-40 40 16,40-40-16,0 0 0,0 0 15,0 0-15,80 40 0,-80-40 0,40 40 16,-40-40-16,40 40 0,0-41 0,0 41 15,1 0-15,-1-40 16,0 40-16,0 0 16</inkml:trace>
  <inkml:trace contextRef="#ctx0" brushRef="#br0" timeOffset="2996.6053">8908 1924 0,'-40'0'0,"40"-40"16,0 80 15,0 1-15,40-1-16,-40 0 15,40 0-15,-40 0 0,0 0 0,0 0 16,40 0-16,-40 0 0,0 1 15,0-1-15,0 0 0,0 0 0,0 0 16,0 0-16,0 0 16,0 0-16</inkml:trace>
  <inkml:trace contextRef="#ctx0" brushRef="#br0" timeOffset="3219.5989">8587 2125 0,'0'0'0,"-40"0"0,40-40 15,0 0-15,0 0 0,40 0 16,-40-1-16,80 41 0,-80-40 16,40 40-16,1-40 0,-1 40 0,0-40 15,0 40-15,0 0 0,0 0 16,0 0-16,0 0 0,1 0 15,-1 0-15</inkml:trace>
  <inkml:trace contextRef="#ctx0" brushRef="#br0" timeOffset="3456.2686">8788 2566 0,'-40'0'16,"80"0"-16,-80 40 16,80-40-1,0 0 1,80 0 0,-80 0-16,81-40 15,-81 40-15,0 0 0,0-40 16,40 0-16</inkml:trace>
  <inkml:trace contextRef="#ctx0" brushRef="#br0" timeOffset="3988.1549">9550 2165 0,'0'-40'0,"0"80"15,0-40 16,40 0-31,-40 40 16,40 0-16,-40 0 16,40 1-16,-40-1 15,0 0-15,0-80 63,41-41-63,-1 41 15,0 0-15,0 40 16,-40-40-16,40 40 0,0 0 16,-40 40-16,40-40 15,-40 40-15,40-40 0,-40 40 0,0 1 16,0-1-16,0 0 16,0 0-16,-40-40 15,40 40-15,0-80 16,40 0-1,1 0-15,-41 0 16,40-1-16,0 1 0,0 40 0,-40-40 16,40 40-16,-40-40 0,40 40 15,-40-40-15,40 40 16,0 40 0,-40 0-16,41-40 15,-41 40-15,40-40 0,-40 40 0,0 1 16,40-1-1,-40 0-15,0 0 16</inkml:trace>
  <inkml:trace contextRef="#ctx0" brushRef="#br0" timeOffset="5252.1199">10914 2085 0,'-80'0'16,"40"0"-1,0 40-15,0-40 0,-81 80 16,81-40-1,40 0 1,0 1-16,40-1 16,41-40-1,-1-81 17,-40 1-17,-40 40-15,0 0 16,0 80 31,40-40-32,-40 40-15,40-40 0,-40 40 0,40-40 16,1 0-16,-1 40 16,0-40-16,0 0 15,0 0-15,0-40 16,0 40-16,-40-40 15,40-40-15,-40 40 16,0 0-16,0 0 16,-40 40 15,40 40-31,-40-40 16,40 40-16,0 0 0,0 0 15,40-40 1,0 0-1,1-40 1,-1 0-16,0 0 16,-40 0-16,0 0 0,0-1 15,0 1-15,0 0 16,0 80 15,0 0-31,0 1 16,0-1-16,0 0 0,0 0 15,0 0-15,0 0 0,0 0 16,0 0-16,0 0 0,0 1 0,0-1 16,0 0-16,-40 0 0,40 0 15,0 0-15,0 0 0,-40-40 16,40 40-16,-41-40 16,41 40-16,-40-40 0,0 0 15,0 0-15,0 0 16,0 0-16,40-40 0,-40 40 0,0-40 15,40 0-15,-41 40 16,41-40-16,0 0 0,81 0 16,-41 0-16,0 40 15,0-40-15,0 40 0,0 0 0,0-41 16,1 41-16,-1 0 16,0 0-16,0-40 15,0 40-15,0 0 0,-40-40 16,40 40-16,0 0 0,1-40 15,-1 0-15,0 40 0,0-40 16,0 40-16,-40-40 0,40 40 16,0-40-16,-40 0 15,0 80 32,-40-40-47,40 40 16,0 0-16,-40 0 0,40 0 15,0 0 1,40 0 0,0-40-16,0 0 15,1 40-15,-1-40 0,0 0 16,0 0-16,0 0 0,0 0 0,0-40 16,0 40-16,1 0 0,-1-40 15,0 40-15,-80 0 63,0 0-63,-1 0 0</inkml:trace>
  <inkml:trace contextRef="#ctx0" brushRef="#br0" timeOffset="8887.879">15529 5253 0,'0'0'0,"0"40"78,40 0-62,-40 1-16,0-1 0,40 0 0,-40 0 15,40 0-15,-40 0 0,0 0 0,0 0 16,0 0-16,40 41 0,-40-41 0,0 0 15,0 40-15,0-40 0,0 40 0,-80 1 16,80-41-16,0 40 0,0 0 16,-40 0-16,40-40 0,-40 41 0,40-1 15,0 0-15,0-40 0,0 40 0,0 1 16,0-1-16,0 0 0,0-40 0,0 40 16,0 0-16,0 1 0,0-41 0,0 40 15,40 0-15,-40 0 0,0-39 0,0 39 16,0-40-16,0 0 0,0 40 0,0-40 15,0 0-15,0 0 0,-40 1 0,40-1 16,0 0-16,0 0 0,0 0 16,0 0-16,0 0 15,0 0 17,40-40-32,-40 40 15,40-40 1,0 0 15,0 0-31,1 0 16,-1 0-16,0 0 15,0 0-15,0 0 0,0-40 0,40 40 16,-39 0-16,-1 0 0,40 0 0,-40 0 16,40 0-16,-40 0 0,41 0 0,-41 0 15,40 0-15,-40 0 0,0 0 16,41 0-16,-41 0 0,0 0 0,40 0 15,0 0-15,-40 0 0,41 0 0,-1 0 16,-40 0-16,40 0 0,1 0 0,39 0 16,-40 0-16,0 0 0,41 0 0,-41 0 15,40 0-15,-39 0 0,39 0 0,-40 0 16,41 0-16,-41 0 0,0 0 0,1 0 16,-1 0-16,0 40 0,-40-40 0,40 0 15,-39 0-15,-1 0 0,40 0 0,-40 0 16,0 0-16,0 0 0,41 41 0,-41-41 15,40 0-15,-40 0 0,40 0 16,1 0-16,-1 0 0,-40 0 0,40 0 16,0 0-16,-39 0 0,39 0 0,-40 0 15,0 0-15,0 0 0,0 0 0,0 0 16,1 0-16,-1-41 47,0 41-47,-40-40 15,0 0-15,40 40 0,-40-40 16,0 0 0,0 0-16,0 0 15,0 0 1,0 0-16,0-1 16,0 1-16,0 0 0,0 0 15,0 0-15,0 0 0,0 0 0,40 0 16,-40 0-16,0 0 0,40-41 0,-40 41 15,0-40-15,40 0 0,-40 40 0,0-41 16,40 1-16,-40 40 0,0-40 0,0 0 16,41 40-16,-41-41 0,0 41 0,0-40 15,40 40-15,-40-40 0,0 40 0,0-41 16,0 41-16,40-40 0,-40 40 0,0-40 16,0 40-16,0 0 0,0-41 0,0 41 15,0 0-15,0-40 0,0 40 0,0 0 16,0 0-16,0 0 0,0-41 15,0 41-15,0 0 0,0 0 16,0 0-16,-40 0 0,40 0 16,0 0-16,0 0 0,0-1 15,0 1-15,0 0 0,40 0 16,-40 0-16,0 0 16,0 0-16,0 0 15,0 0 1,0-1-16,-40 41 15,40-40 1,-40 40 78,40 40-94,-41-40 15,41 41 1,-40-41-16,40 40 16,-40-40-1,0 0-15,0 0 16,0 0-16,0 0 16,0 0-16,-41-40 0,41 40 0,-40 0 15,40 0-15,0-41 0,-41 41 0,41 0 16,-40 0-16,40 0 0,-40 0 0,40 0 15,-1-40-15,1 40 0,0 0 0,0 0 16,0 0-16,0 0 0,0 0 16,0 0-16,-1 0 0,1 0 15,0 0-15,0 0 16,0 0-16,0 0 0,0 0 16,0 0-16,-1 0 15,1 0-15,0 0 0,0 0 0,0 0 16,0 0-16,0 0 0,-41 0 0,41 0 15,0 0-15,0 0 0,0 0 16,0 0-16,0 0 16,0 0-16,-1 0 0,1 0 15,0 0-15,0 0 0,0 0 16,0 0-16,0 0 0,-1 40 16,1-40-16,0 0 0,0 0 15,0 0-15,0 0 16,0 0-16,0 0 15,-1 0-15,1 41 0,0-41 16,0 0-16,0 0 16,0 40-16,0-40 0,0 0 0,-1 0 15,1 0-15,0 0 0,0 0 0,0 0 16,0 0-16,0 40 0,0-40 0,-1 0 16,1 0-16,0 0 0,0 0 15,0 0-15,40 40 0,-40-40 16,0 0-16,40 40 15,-40-40-15,-1 40 16,1-40-16,0 0 0,40 40 16,-40-40-16,0 0 0,0 40 15,0-40-15,0 0 16,40 40 0,-41-40-1,1 0 1,0 0-16,0 0 15,0 41-15,0-41 16,0 0-16,0 0 16,40 40-16,-41-40 15</inkml:trace>
  <inkml:trace contextRef="#ctx0" brushRef="#br0" timeOffset="11516.6399">16652 4371 0,'0'0'0,"0"-40"47,-40 40 16,40 40-63,-40 0 15,40 40-15,-40-40 16,40 0-16,-40 1 0,40-1 16,0 0-16,-40 0 0,40 40 0,0-40 15,0 40-15,-40-40 0,40 41 0,0-41 16,0 40-16,0 0 0,0 0 0,0 1 15,0-1-15,0 0 0,0-40 0,0 40 16,0 1-16,0-41 0,0 40 0,0 0 16,0-40-16,40 40 0,-40-39 0,0-1 15,0 40-15,0-40 0,0 0 0,0 0 16,0 0-16,0 0 0,-40 0 16,40 1-16,0-1 0,0 0 0,0 0 15,0 0-15,0 0 16,0 0-16,40-40 15,-40 40-15,0 0 16,0 1-16,0-1 16,0 0-16,0 0 15,0 0 32,0-80 0,40 40-31,-40-40-1,40 40-15,0 0 16,0 0-16,0 0 16,-40-40-16,41 40 0,-1 0 0,0 0 15,40 0-15,-40 0 0,40 0 0,1 0 16,-1 0-16,0 0 0,0 0 0,1 40 15,-1-40-15,0 0 0,41 0 0,-41 0 16,0 0-16,-40 0 0,40 0 16,1 0-16,-1 0 0,0 0 0,-40 0 15,41 0-15,-1 0 0,-40 0 0,40 0 16,1 0-16,-1-40 0,0 40 0,0 0 16,1 0-16,-1 0 0,40 0 0,-40 0 15,1 0-15,-1 0 0,0 0 0,0 0 16,1 0-16,-1 0 0,-40 0 0,40 0 15,-40 0-15,1 0 0,39 0 0,0 0 16,-40 0-16,40 0 0,-39 0 0,39 0 16,-40 0-16,0 0 0,0-40 0,40 40 15,-39 0-15,-1 0 0,0 0 16,40 0-16,-40 0 0,40 0 0,-39 0 16,39 0-16,-40 40 0,0-40 0,40 0 15,-40 40-15,1-40 0,-1 0 0,0 0 16,0 0-16,0 0 0,0 0 15,0 0-15,0 0 0,1 0 16,-1 0-16,0 0 0,0 0 0,0 0 16,0 0-16,-40-40 47,0 0-47,40-1 15,-40 1-15,0 0 16,40 40-1,-40-40 1,0 0-16,0 0 16,0 0-1,0 0-15,-40 40 16,40-40-16,0-1 16,0 1-16,0 0 0,0 0 15,0 0-15,0 0 0,0 0 16,0 0-16,0 0 0,0 0 0,0-1 15,0 1-15,0 0 0,0 0 16,0 0-16,0 0 16,0 0-16,0 0 0,0 0 15,0-1-15,0 1 0,40 0 0,-40 0 16,0 0-16,41 0 0,-41 0 0,0 0 16,0 0-16,40-41 0,-40 41 0,40-40 15,-40 40-15,0-40 0,0 40 0,0 0 16,0-1-16,0 1 0,0 0 0,0 0 15,-40 0-15,0 0 16,40 0-16,-41 40 16,41-40-16,0 0 15,-40 40-15,40-40 16,-40-1-16,40 1 16,-40 0-1,0 0 1,0 40-1,40-40-15,-40 40 0,0-40 16,-1 40-16,1 0 16,0 0-16,0-40 15,0 40-15,0 0 0,0 0 16,0-40-16,-1 40 16,1 0-1,0 0 1,0 0-16,0 0 15,0 0-15,0 0 0,0 0 0,-1 0 16,1 0-16,0 0 0,0 0 16,-40 0-16,40 0 0,0 0 0,-1 0 15,1 0-15,-40 0 0,40 0 0,-40 0 16,40 0-16,-41 0 0,41 0 0,0 0 16,-40 0-16,40 0 0,0 0 0,-41 0 15,41 0-15,0 0 0,-40 0 0,40 0 16,0 0-16,-41 0 0,41 0 0,0 0 15,0 0-15,0 0 0,-40 0 0,39 0 16,1 0-16,0 0 0,0 0 16,0 0-16,-40 0 0,40 0 0,-1 0 15,1 0-15,0 0 0,0 0 0,0 0 16,0 0-16,0 0 0,0 0 16,-1 40-16,1-40 0,0 0 15,0 0-15,0 0 16,0 0-16,0 0 15,0 0-15,-1 0 16,1 0 0,0 0-16,0 0 15,0 0-15,0 0 16,0 0-16,-1 0 0,1 0 16,0 40-16,0-40 0,0 0 0,0 0 15,40 40-15,-40-40 0,0 0 0,-1 0 16,1 0-16,0 40 15,0-40-15,0 0 16,0 0-16,0 0 0,0 0 16,-1 0-16,1 0 15,0 0-15,0 0 0,0 0 16,0 0-16,0 0 16,0 0-1,-1 0-15,1 0 16,0 0-16,0 0 15,0 0 1,0 0-16,40 40 31,40-40-31</inkml:trace>
  <inkml:trace contextRef="#ctx0" brushRef="#br0" timeOffset="14076.2825">18017 3649 0,'-40'0'15,"-1"0"1,1 0-1,40 80 95,0-40-110,0 0 0,-40 1 15,40-1-15,0 0 0,0 0 16,0 0-16,0 0 0,0 0 16,0 0-16,0 0 0,0 0 0,0 1 15,0 39-15,0-40 0,0 0 0,-40 0 16,40 0-16,0 40 0,0-39 0,0-1 16,0 0-16,0 0 0,0 40 0,0-40 15,0 40-15,0-40 0,40 1 0,-40 39 16,0-40-16,0 0 0,0 40 0,0-40 15,0 0-15,0 1 0,0-1 0,0 0 16,0 40-16,0-40 0,0 0 16,-40 0-16,40 0 0,0 0 15,0 1-15,0-1 16,0 0-16,40-40 31,-40 40-15,40-40-16,0 40 15,1-40 1,-41 40 15,40-80-15,-40 0 0,40 0-16,-40 0 15,40 0-15,0-1 16,0 41-16,-40-40 0,40 40 15,1-40-15,-1 40 16,0 0-16,0 0 16,0 0-16,0 0 0,0 0 15,0 0-15,1 0 0,-1 0 0,0 0 16,0 0-16,0 40 0,40-40 16,-40 0-16,41 0 0,-41 0 0,40 0 15,-40 0-15,40 0 0,1 0 0,-41 0 16,40 0-16,0 0 0,1 0 0,-41 0 15,40 0-15,-40 0 0,40 0 0,-40 0 16,41 0-16,-41 0 0,0 40 0,40-40 16,-40 0-16,41 0 0,-1 0 0,-40 41 15,40-41-15,0 0 0,1 0 0,-41 0 16,40 0-16,0 0 0,-40 0 0,41 0 16,-41 0-16,40 40 0,-40-40 0,0 0 15,0 0-15,1 0 0,-1 0 0,0 0 16,0 0-16,0 0 0,0 0 0,0 0 15,0 0-15,1 40 0,-1-40 0,0 0 16,0 0-16,0 0 0,0 0 16,0 0-16,0 0 0,1 40 15,-1-40-15,0 0 16,0 0-16,0 0 0,0 0 16,41 0-16,-41 0 0,0 0 0,0 0 15,40 0-15,-40 0 0,0 0 0,1 0 16,-1 0-16,0 0 0,0 0 0,0 0 15,0 0-15,0-40 16,0 40 0,1 0-1,-1 0-15,0 0 16,0 0-16,0 0 16,0 0-16,0 0 0,0 0 15,-40-40 63,0 0-46,0-1-17,0 1 1,0 0-1,0 0-15,0 0 16,0 0-16,0 0 0,0 0 16,0 0-16,0 0 0,0-1 0,0 1 15,0 0-15,0 0 0,0-40 0,0 40 16,0-40-16,0 39 0,0-39 0,0 40 16,0-40-16,0 40 0,0 0 0,0 0 15,0 0-15,0-1 0,0 1 16,0 0-16,0 0 15,0 0-15,0 0 16,0 0-16,0 0 16,0 0-16,0-1 15,0 1-15,0 0 0,0 0 16,-40 0-16,40 0 0,0 0 16,0 0-16,0 0 0,-40 0 15,0-1-15,40 1 0,-40 0 16,40 0-1,0 0-15,-40 40 16,40-40-16,0 0 16,-40 0-16,40 0 15,0-1 1,-40 41-16,40-40 16,0 0-16,-41 40 15,41-40-15,-40 40 0,0-40 16,0 40-1,0-40-15,0 40 16,0 0 0,0 0-16,-1 0 15,1 0 1,0 0 0,0 0-16,0 40 15,0-40-15,0 0 0,0 0 16,-1 0-16,1 0 0,0 0 15,0 0-15,0 0 0,0 0 0,0 0 16,-1 0-16,1 0 0,0 0 16,0 0-16,0 0 0,0 0 0,0 0 15,0 0-15,-1 0 0,1 0 16,0 0-16,0 0 0,-40 0 0,40 0 16,0 0-16,-1 0 0,1 0 15,0 0-15,0 0 0,0 0 16,0 0-16,0 0 0,0 0 0,-1 0 15,1 0-15,0 0 16,40-40-16,-40 40 0,-40 0 0,40 0 16,0 0-16,-1 0 0,1-40 0,-40 40 15,40 0-15,0 0 0,0 0 0,0-40 16,-1 40-16,1 0 0,-40 0 0,40 0 16,0 0-16,0 0 0,0 0 0,-1 0 15,1 0-15,0 0 0,0 0 16,0 0-16,0 0 0,0 0 15,0 0-15,-1 0 0,1 0 16,0 0-16,0 0 0,0 0 16,0 0-16,0 40 15,0-40-15,-1 0 0,1 0 16,0 0-16,40 40 16,-40-40-16,0 0 0,0 0 15,40 40-15,-40-40 16,0 0-16,40 40 15,-41-40-15,1 0 0,0 40 16,0-40-16,0 0 0,0 40 16,0-40-16,0 0 15,-1 0-15,1 0 16,40 40-16,-40-40 0,0 0 16,0 0-16,0 0 0,0 0 0,0 0 15,-1 41-15,1-41 0,0 0 16,0 40-16,0-40 15,40 40-15,-40-40 16,0 0 0,40 40-16,-41-40 31,1 0-15,0 0-16,0 0 0,0 0 15</inkml:trace>
  <inkml:trace contextRef="#ctx0" brushRef="#br0" timeOffset="15188.1483">23675 8983 0,'0'-40'0,"-41"40"15,1 0 1,40-40 0,-40 40-16,40-40 15,0 0 1,-40 40 0,0 0-16,0 0 15,0 0 1,0 0-16,-1-41 0,1 41 15,0 0-15,-40 0 0,40 0 16,0-40-16,-41 40 0,41 0 0,-40 0 16,40-40-16,-40 40 0,40 0 0,-41 0 15,1-40-15,40 40 0,-40 0 0,40 0 16,-41-40-16,41 40 0,0 0 0,0 0 16,0-40-16,0 40 0,0 0 0,-1 0 15,1 0-15,-40 0 0,40 0 0,0 0 16,0 0-16,-1 0 0,1-40 15,-40 40-15,40 0 0,-40 0 0,40 0 16,-41-40-16,41 40 0,0 0 0,0 0 16,0-40-16,-40 40 0,39 0 0,1 0 15,0 0-15,0-40 0,0 40 0,0 0 16,0 0-16,0 0 0,-1 0 0,1 0 16,-40 0-16,40-41 0,0 41 0,0 0 15,0 0-15,-1 0 0,1 0 0,0-40 16,0 40-16,0 0 31,40-40-31,-40 40 47</inkml:trace>
  <inkml:trace contextRef="#ctx0" brushRef="#br0" timeOffset="15760.3823">21106 8020 0,'-40'0'93,"0"0"-77,0 0-16,0 41 16,0-41-16,0 40 15,0-40-15,-1 40 0,1 0 16,0-40-16,0 40 0,0-40 0,0 40 16,0-40-16,40 40 0,-40-40 15,-1 0-15,82 40 125,-1 0-125,0-40 0,0 0 16,-40 41-16,40-41 0,0 40 0,0 0 15,0 0-15,1 0 0,-1 0 0,-40 0 16,40 0-16,0 40 0,0-39 0,0-1 16,0 0-16,-40 0 0,40 0 0,1 0 15,-1 0-15</inkml:trace>
  <inkml:trace contextRef="#ctx0" brushRef="#br0" timeOffset="16819.3339">24437 8742 0,'0'0'0,"0"-40"15,-40 40 1,0 0 0,40 40-1,-40-40 1,40 81-16,0-41 0,0 40 0,0-40 15,0 40-15,0-40 0,-41 41 0,41-41 16,0 40-16,0-40 0,0 40 0,0-40 16,-40 0-16,40 0 0,0 1 0,-40-1 15,40 0-15,-40-40 0,40 40 16,0-80 15,0-40-31,-40 39 0,40 1 16,0 0-16,0 0 0,0-40 0,80 0 15,-80 0-15,40-1 0,0 1 0,1 40 16,-41-40-16,40 0 0,0 39 0,0-39 16,0 40-16,-40 0 0,40 0 0,0 40 15,-40-40-15,40 40 0,-40-40 0,41 40 16,-1 0-16,0 0 16,0 0-16,0 40 0,0 0 15,0 0 1,-40 0-16,40 0 0,-40 0 15,0 0-15,0 1 0,-40-41 16,40 40-16,-80 0 0,40-40 0,0 40 16,0-40-16,0 40 0,-1-40 0,1 40 15,-40-40-15,40 0 0,0 0 0,0 0 16,0 0-16,-1 0 0,1-40 16,0 40-16,40-40 0,-40 40 15,40-40-15,40 40 47,-40 40-47,40-40 0,0 40 0,1 0 0,-1 0 16,40 0-16,-40 0 0,0-40 15,0 41-15,0-1 0,41 0 0,-41 0 16,0 0-16,40 0 0,-40-40 0,0 40 16,41 0-16,-41-40 0,0 40 0,0-40 15,0 40-15,0-40 0,0 41 0,1-41 16,-1 40-16,0-40 0,-40-40 109,0-1-109,0 1 16,-40 40-16</inkml:trace>
  <inkml:trace contextRef="#ctx0" brushRef="#br0" timeOffset="17656.1824">24437 6898 0,'0'0'16,"0"-41"-16,-40 41 31,0 0-15,0 0-16,-1 0 15,1 0-15,0 0 0,0 0 16,0 0-16,0 0 0,0 0 16,40-40-16,-40 40 0,-1 0 0,1 0 15,0 0-15,-40-40 0,40 40 16,0 0-16,0 0 0,-41-40 15,41 40-15,-40-40 0,40 40 0,-40-40 16,39 40-16,-39 0 0,0-40 0,40 40 16,0 0-16,-41-40 0,41 40 0,0 0 15,0-40-15,0 40 0,0 0 16,0 0 46,0 0-46,80 0 31,0 0-47</inkml:trace>
  <inkml:trace contextRef="#ctx0" brushRef="#br0" timeOffset="18241.1021">23313 6296 0,'0'0'0,"-40"0"62,0 0-46,0 0 31,40 40-47,-40-40 15,40 40 1,-40-40-1,0 0 1,0 0 0,-1 40-16,1-40 0,0 0 15,0 0-15,-40 0 0,40 0 16,0 40-16,-1-40 0,1 0 0,0 0 16,0 40-16,0-40 0,0 0 0,0 0 15,0 41-15,-1-41 0,1 0 0,0 40 16,0-40-16,0 0 15,40 40 1,40-40 15,-40 40-31,40-40 0,0 0 16,0 40-16,1-40 0,-1 40 0,0-40 16,0 40-16,0-40 0,0 40 0,0 0 15,0 1-15,1-1 0,-41 0 16,40 0-16,0-40 0,-40 40 0,40 0 15,0 0-15,0 0 16,0-40-16,0 40 16</inkml:trace>
  <inkml:trace contextRef="#ctx0" brushRef="#br0" timeOffset="19076.0264">25119 6537 0,'0'-41'0,"-40"41"16,40-40-16,0 80 78,-40 1-78,40-1 16,0 0-16,0 0 0,-40 0 0,40 0 15,0 0-15,0 0 0,0 0 0,0 1 16,0-1-16,0 0 0,40 0 0,-40 0 15,40 0-15,40 0 0,-40-40 16,0 0-16,1 0 0,-1 0 16,0 0-16,0-40 0,0 0 15,-40 0 1,0 0-16,0 0 0,40 0 0,-40-1 16,0 1-16,0 0 0,0 0 15,0 0 1,81 40 31,-41 40-47,0-40 0,0 0 15,0 0-15,0 0 0,0 0 16,0 0-16,1 0 0,-1 40 16,0-40-16,-40 40 15,40 0 1,-40 1-16,0-1 0,0 0 15,0 0-15,0 0 0,0 0 16,0 0-16,0 0 0,0 0 0,0 0 16,0 1-16,0-1 0,0 40 0,0-40 15,0 0-15,0 40 0,40-40 0,-40 1 16,40-1-16,-40 0 0,40-40 0,-40 40 16,40-40-16,-40-40 15,0-40 1,0 39-16</inkml:trace>
  <inkml:trace contextRef="#ctx0" brushRef="#br0" timeOffset="20012.489">25280 4692 0,'0'0'0,"-41"0"94,1 0-79,0 0-15,0 0 16,0 0-16,0 0 0,0 0 0,0 0 15,-41 0-15,1 0 0,40 0 0,-40 0 16,-1 0-16,1 40 0,0-40 0,0 0 16,-1 0-16,1 0 0,0 0 0,0 0 15,40 0-15,-41 0 0,41-40 16,0 40-16,0 0 0,0 0 0,0-40 16,0 40-16,-1 0 15,1 0 1,0 0-16,0 0 15,0 0-15,0 0 0,0 0 16,0 0-16,40 40 0,-41-40 0,1 0 16,80 0 109,1 0-110</inkml:trace>
  <inkml:trace contextRef="#ctx0" brushRef="#br0" timeOffset="20496.0345">23915 4451 0,'40'-40'0,"-40"0"31,-40 40 16,0 40-47,0 0 16,0-40-16,0 40 15,0 0-15,0 0 16,-1-40-16,1 41 16,0-41-16,40 40 0,-40-40 15,0 0-15,40 40 0,-40-40 16,0 0-16,80 0 62,-40 40-46,40-40-16,-40 40 0,40-40 16,0 40-16,0 0 15,0 0-15,1 0 0,39-40 0,0 40 16,0 1-16,1-1 0,-1 40 0,0-40 15,0-40-15,-40 40 0,41 0 0,-41 0 16,40-40-16,-40 0 0,0 40 0,0-40 16,1 41-16</inkml:trace>
  <inkml:trace contextRef="#ctx0" brushRef="#br0" timeOffset="21136.1685">26363 4130 0,'0'40'63,"0"0"-63,0 1 15,0-1-15,0 0 0,0 0 16,0 0-16,0 0 0,0 40 0,0-40 15,0 1-15,0-1 0,0 0 16,0 0-16,0 40 0,0-40 0,40 0 16,-40 0-16,0 0 0,0 1 0,0-1 15,0 0-15</inkml:trace>
  <inkml:trace contextRef="#ctx0" brushRef="#br0" timeOffset="21788.235">26323 4291 0,'0'-40'16,"0"80"-16,0-121 0,0 1 15,40 80-15,-40-40 16,80 0-1,-40 0-15,1 40 16,79 0 0,-40 40-1,0 40 1,-39 0 0,-1 1-1,0-1 1,-40-40-1,-80 0 1,-41 0 0,41-40-1,0 40 1,40-40 0,80 0 30,0 0-30,0 0-16,0 0 16,0 0-16,0 0 0,0 40 15,1-40-15,-1 0 0,0 41 0,0-41 16,0 40-16,0 0 0,0-40 16,-40 40-16,0 0 0,40-40 0,-40 40 15,0 0-15,0 0 0,0 0 16,-40 0-16,40 1 0,-80-1 0,40 0 15,0-40-15,0 40 0,-41 0 0,1-40 16,0 40-16,0-40 0,-1 40 0,41-40 16,-40 0-16,0 0 0,40 0 0,-41 0 15,41 0-15,0 0 0,0 0 16,40-40-16,0 0 16</inkml:trace>
  <inkml:trace contextRef="#ctx0" brushRef="#br0" timeOffset="42120.2652">16211 9785 0,'0'-40'16,"0"0"0,40 40-16,-40-40 15,40 40-15,-40-40 16,40 40-16,1 0 31,-1 0-31,-40 40 16,40-40-16,0 0 0,0 0 15,-40 40-15,40-40 0,0 0 0,0 40 16,1-40-16,-41 40 16,0 0-16,0 0 15,-41 0-15,1 1 16,0-1-16,0 0 0,0 0 16,0-40-16,0 40 0,0 0 0,-1 0 15,1-40-15,0 40 0,0 0 0,0 0 16,40 1-16,-40-1 15,40 0-15,0 0 0,0 0 16,0 0-16,40 0 16,0-40-1,0 40-15,0-40 0,0 0 16,1 0-16,-1 0 0,0 0 0,0 0 16,0 0-16,0 0 15,-40-40-15,40 40 0,-40-40 0,0 0 16,0 0-16,0 0 15,-40 40-15,40-40 0,-40 40 0,40-40 16,-40-1-16,0 41 0,-40-40 0,39 40 16,1-40-16,0 0 0,0 40 0,-40-40 15,40 40-15,0-40 0,-1 40 0,41-40 16,-40 40-16,40-40 0,0 0 0,0 0 16,0-1-16,0 1 0,40 40 15,-40-40-15,81 0 0,-41 40 0,0-40 16,0 0-16,0 40 0,0-40 0,41 40 15,-41 0-15,0 0 0,0-40 0,0 40 16,0 0 0,-40 40-16</inkml:trace>
  <inkml:trace contextRef="#ctx0" brushRef="#br0" timeOffset="42573.5687">17094 9905 0,'40'0'15,"0"0"-15,0 0 16,40 0-1,-39 0-15,79 81 16,-80-41 0,-40 0-16,40 40 15,-40 0 1,-40 0 0,0-39-1,0-1 1,0-40-1,0 0-15,-1-40 16,41-1 0,0 1-16,0-40 15,81 0 1,79 40 0,-39 0-1,-81 40-15,80-40 16</inkml:trace>
  <inkml:trace contextRef="#ctx0" brushRef="#br0" timeOffset="42958.3683">17977 9946 0,'0'0'0,"40"0"15,0-81 1,0 81-16,40 0 15,-40 0-15,1 0 16,-1 0 0,-40 40-1,40 41 1,-80 39 0,-41-80-1,1 40 1,40-80-1,0 0-15,-40 0 16,39 0-16,1-200 31,121 120-15,-41 39-16,40 1 16,-40 40-16,-40-40 0,40 40 0,0 0 15,1 0 1,-1 0-1</inkml:trace>
  <inkml:trace contextRef="#ctx0" brushRef="#br0" timeOffset="43472.2856">18900 9785 0,'-41'0'16,"82"0"-16,-122 0 15,41 0-15,40 40 32,-40 0-17,40 0-15,0 1 0,0-1 16,0 0-16,0 0 16,0 0-16,0 0 15,40-40-15,-40 40 16,40-40-16,0 0 15,1 0-15,-41-40 0,40 40 16,-40-40-16,40 0 0,-40 0 16,40 40-16,-40-40 0,0 0 0,40 40 15,-40-41-15,0 82 47,0-1-47,40-40 16,-40 40-1,40-40-15,0 0 16,1 0-16,-1 0 0,0 0 16,0 0-16,-40-40 0,40 40 0,0-40 15,0-1-15,0 1 16,-40 0-16,0 0 16,-40 40-1,40-40-15,-40 40 0,-40 0 16,40 0-16,0 0 15,0 0-15</inkml:trace>
  <inkml:trace contextRef="#ctx0" brushRef="#br0" timeOffset="44545.5379">21748 9946 0,'0'0'0,"-40"-41"15,40 1 1,0 0-1,0 0 1,40 40-16,1 0 0,-1 0 16,0 0-16,40 0 15,41 80 1,-1 1 0,-80-41-1,-40 0-15,-40 40 16,40-40-16,-80 0 15,-1 0-15,-119 81 16,160-81-16,-81 40 16,81-40-1,0-40-15,0 80 0,40-40 16,80 0 0,81 1-1,-41-41 1,-80 0-1,40 0-15,-39-81 16,-41-39 0,-161 0-1,121 80-15,-121-81 16,121 121-16,0-40 16,-40-40-16,0-40 15,80 39 1,40 41-1,80 40 1,0 0 0,-79 0-16,79 0 15,-80 0-15,0 0 16,81 0-16</inkml:trace>
  <inkml:trace contextRef="#ctx0" brushRef="#br0" timeOffset="44964.1311">23033 10106 0,'0'-40'31,"-41"40"-15,1 0-1,0 40-15,40 0 16,-40-40-16,40 40 0,-40 0 0,40 0 16,0 0-16,0 1 15,0-1-15,0 0 16,40 0-16,0-40 16,0 0-16,0 40 0,1-40 15,-1 0-15,0 0 0,0 0 0,0-40 16,0 0-1,0 0-15</inkml:trace>
  <inkml:trace contextRef="#ctx0" brushRef="#br0" timeOffset="45273.7727">23394 10266 0,'40'0'16,"-80"0"-16,120-40 16,-40 40-1,0 0 1,-40 40-16,40 0 15,0 41 1,-40-41 0,-40 0-1,0 0 1,0-40-16,-40 0 16,40 0-16,0 0 15,-1-80 1,1 0-1,80-1 1,121 41 0,-121 40-1,0 0-15,-40-40 0</inkml:trace>
  <inkml:trace contextRef="#ctx0" brushRef="#br0" timeOffset="45576.1154">24076 10106 0,'0'-40'16,"-40"40"-16,40-40 16,40 40 46,-40 40-62,0 0 16,40 0-16,-40 0 15,0 0-15,40 0 0,-40 0 16,0 1-16,0-1 0,0 0 0,0 0 16,0 0-16,0 0 0,0 0 0,0 0 15,0 0-15,0 1 16</inkml:trace>
  <inkml:trace contextRef="#ctx0" brushRef="#br0" timeOffset="46772.1296">24678 10347 0,'40'0'109,"0"0"-93,0 0-16,0 0 15,0 0 1,-40 40-16,40 0 15,-40 0-15,0 0 16,0 0-16,0 0 16,0 0-16,-40-40 15,0 0-15,40 40 0,-40-40 16,0 0-16,0 0 0,0 0 0,0 0 16,-1 0-16,1-40 0,0 0 15,0 0-15,40 0 16,0 0-16,0 0 15,40 0-15,0 40 16,-40-40-16,81 40 0,-41 0 16,0 0-16,0 0 0,0-41 15,0 41-15,0 0 0</inkml:trace>
  <inkml:trace contextRef="#ctx0" brushRef="#br0" timeOffset="47304.5862">25119 10226 0,'0'0'0,"40"0"31,-40 40-15,0 0-16,40-40 16,-40 41-16,0-1 15,0 0-15,0 0 16,40-80 31,1 0-32,-1 40-15,0-40 0,0-1 16,0 41-16,0 0 16,-40-40-16,40 40 0,1 0 15,-41 40 1,0 1-16,-81-1 15,81 0-15,0 0 16,0 0 0,0-80 15,0 0-31,40 40 0,-40-40 16,41 40-16,-41-40 0,40 40 0,0-41 15,0 1-15,0 40 0,0-40 16,0 40-16,0 0 15,1 0-15,-1 0 0,0 40 16,0 0-16,0-40 0,-40 41 16,0-1-16,0 0 15,0 0 1,-40-40 15</inkml:trace>
  <inkml:trace contextRef="#ctx0" brushRef="#br0" timeOffset="47916.6999">26524 10186 0,'-41'-80'16,"41"40"-16,0 0 15,0 120 17,0-40-32,0 0 15,0 0-15,41-40 0,-41 40 16,0 0-16,40 1 0,-40-1 16,0-80 30,40 40-46,-40-41 16,40 41-16,-40-40 0,40 0 16,-40 0-16,40 40 0,0 0 15,-40-40-15,40 40 0,-40-40 16,41 40-16,-1 0 16,0 0-16,-40 40 15,40-40-15,-40 40 0,0 0 16,0 0-16,0 0 15,-40-40 1,80 0 15,-40-40-15,40 40-16,0-40 0,0 40 16,0 0-16,-40 40 62,0 0-62,-40-40 16,40 41-16,0-1 15,-40-40 17</inkml:trace>
  <inkml:trace contextRef="#ctx0" brushRef="#br0" timeOffset="49368.1479">27286 10066 0,'0'-40'15,"0"0"1,40 40 0,0 0-1,-40 40 1,40-40-16,-40 40 31,0 0-15,40-40 15,-40 40 16,0 0-31,0 0-16,0 0 0,0 0 15,41-40 16,-41-40-15,40 40-16,-40-40 0,40 40 0,-40-40 16,40 0-16,0 0 15,-40 0-15,40 40 0,-40-40 16,40 40-16,-40-40 0,0 80 78,-40-40-62,40 40-16,0-80 78,-40 40-63,40-40 79,0 0 0,0-1-32,-40 41-30,0 0-17,0 0-15,0 0 0,40 41 16,-41-41-16,41 40 0,-40-40 0,40 40 16,0 0-16,0 0 15,0 0-15,40-40 16,-40 40-16,41-40 0,-1 0 15,0 40-15,0-40 16,-40 40-16,40-40 16,-40 40-16,0 1 0,0-1 15,0 0-15,-40 0 16,40 0-16,-40-40 0,40 40 16,-80-40-16,39 0 0,41 40 0,-40-40 15,0 0-15,40 40 0,-40-40 0,0 0 16,40-40 15</inkml:trace>
  <inkml:trace contextRef="#ctx0" brushRef="#br0" timeOffset="51396.207">15529 11710 0,'0'-40'16,"0"0"0,-40 0-1,40 0 17,-40 40-32,0 0 31,40 40-31,0 40 0,-41-40 15,41 0-15,0 0 0,-40 41 16,40-41-16,0 0 0,0 40 0,-40-40 0,40 40 16,0-40-16,0 1 0,40-1 15,-40 0-15,40 0 0,41 0 16,-41 0-16,0-40 0,0 0 16,0 0-16,0 0 0,0 0 0,1-40 15,-1 0-15,0 0 16,-40 0-16,0 0 0,40-1 0,-40 1 15,0 0-15,0 0 0,0 0 16,40 0-16,-40 0 16,40 40-1,0 0-15,0 0 16,1 0-16,-1 0 16,0 0-16,0 40 0,0 0 15,0 0-15,-40 0 16,40-40-16,-40 40 0,0 0 15,0 1-15,0-1 16,0 0-16,0 0 16,40 0-16,-40 0 15,41-40-15,-41 40 0</inkml:trace>
  <inkml:trace contextRef="#ctx0" brushRef="#br0" timeOffset="51725.3476">16652 12111 0,'0'-80'16,"0"40"-16,41 40 31,-1 0-31,0 0 0,0 40 16,0-40-16,0 40 0,0-40 15,0 0-15,1 80 0,-41-40 16,0 1-16,0-1 15,-41-40-15,41 40 16,-40-40-16,0 0 16,0 0-16,0-40 15,40 0-15,0-1 16,0 1-16,0 0 16,40 40-16,-40-40 0,80 40 15,-80-40-15,40 40 0,1 0 0,-1-40 16,40 40-16,-40 0 0,0 0 0,0-40 15,0 40-15,1 0 0,-1 0 16</inkml:trace>
  <inkml:trace contextRef="#ctx0" brushRef="#br0" timeOffset="52148.1582">17816 12031 0,'0'-40'31,"40"40"-31,-80 40 47,0-40-31,40 40-16,-40-40 15,40 40-15,0 0 16,40-40 15,-40-80-15,40 80-1,-40-40-15,0 0 16,40 80 31,0-40-32,-40 40-15,40-40 0,-40 40 16,41 0-16,-1-40 16,-40 40-16,40-40 15</inkml:trace>
  <inkml:trace contextRef="#ctx0" brushRef="#br0" timeOffset="52683.7107">18579 11871 0,'0'0'0,"-41"0"15,82 0 32,-1 0-47,0 40 16,0 0-16,0 0 16,0-40-1,-40 40-15,40-40 0,0 0 16,1 0-16,-1 0 15,-40-40-15,0 0 16,0 0-16,0 0 16,0-1-1,-40 41 1,40 41 0,-41-1-1,1 0-15,40 0 0,0 0 16,-40 0-16,40 0 0,0 0 15,0 0-15,-40 1 0,40-1 0,0 0 16,-40 0-16,40 0 0,-40 0 0,40 40 16,0-40-16,-40 0 0,40 1 15,-40-1-15,40 40 0,-41-40 0,41 0 16,-40 0-16,0 0 0,40 0 16,-40-40-16,40 41 0,-40-41 15,0 0-15</inkml:trace>
  <inkml:trace contextRef="#ctx0" brushRef="#br0" timeOffset="53656.8318">21227 11590 0,'0'0'15,"-40"0"1,40-40-16,40 40 15,40-40-15,81 0 16,-81 40 0,-40 40-1,-40 80 17,0-80-32,-40 80 0,0-80 15,0 41-15,40-41 16,-121 40-1,121-40-15,-40 0 0,-80 121 16,39-81 0,122 0-1,79-40 1,81 0 0,-1-40-1,-120-40 1,-39 40-1,-1-80-15,-40 40 16,-81 0-16,-79-81 16,-121 1-1,40 40 1,121 0 15,120 40-31,0-1 0,40-39 16,0 40-1,0 0-15,81 0 16,-81 40-16,40-40 16,-40 40-1,0 0-15,0 40 16</inkml:trace>
  <inkml:trace contextRef="#ctx0" brushRef="#br0" timeOffset="53947.5116">22110 11750 0,'0'-40'15,"40"40"16,0 0-31,-40 40 16,40-40-16,0 40 0,0 0 0,0 1 16,1-1-16,-1-40 0,40 40 0,-40 0 15,0 0-15,0 0 0,0-40 0,1 40 16,-1 0-16,0-40 0,-40 40 0,40-40 16,-40 41-16,40-41 0,-40 40 15,40-40 1</inkml:trace>
  <inkml:trace contextRef="#ctx0" brushRef="#br0" timeOffset="54191.0994">22832 11790 0,'-40'0'15,"40"-40"-15,-40 40 16,0 40 31,40 0-47,-41 1 0,41-1 15,-80 0-15,80 0 0,-40 0 0,0 0 16,0 40-16,0-40 0,40 1 0,-40-1 16,40 0-16,-41 0 0,41 0 0,0 0 15,0 0-15</inkml:trace>
  <inkml:trace contextRef="#ctx0" brushRef="#br0" timeOffset="54900.12">23675 11510 0,'-81'-40'16,"162"80"-16,-162-121 15,81 41 1,40 40-16,1 0 16,-1 0-16,0 0 0,0 0 0,0 40 15,0-40-15,0 41 0,0-41 0,-40 40 16,41-40-16,-1 40 0,0-40 16,-40 40-16,40 0 0,-40 0 15,0 0-15,-80 0 16,80 0-16,-40-40 0,-1 40 0,1 1 15,0-41-15,0 40 0,0 0 0,0-40 16,0 40-16,40 0 0,-40-40 16,40 40-16,-41-40 0,41 40 0,-40 0 15,40 0-15,0 1 16,0-1 0,40-40-16,1 0 0,39 0 15,-40 0-15,0 0 16,0 0-16,0 0 0,0-40 0,1 40 15,-1-41-15,-40 1 32,0 0-32,-40 40 0,40-40 0,-41 40 15,1-40-15,0 40 0,0-40 0,0 40 16,0-40-16,0 40 0,0-40 16,-1 40-16,1-40 0,0-1 15,0 41-15,0-40 0,0 0 16,40 0-16,0 0 0,0 0 15,0 0-15,40 0 0,0 40 16,-40-40-16,80 40 0,-40 0 16,1 0-16,-1 0 0,0 0 15,0 0-15,0 0 0,-40 40 16,40-40-16</inkml:trace>
  <inkml:trace contextRef="#ctx0" brushRef="#br0" timeOffset="55219.3649">24397 11550 0,'0'0'0,"40"0"47,0 40-47,0 0 15,-40 0-15,40 0 0,0 0 16,1 0-16,-1 0 0,-40 1 16,40-1-16,0 0 0,0 0 0,0 0 15,0 0-15,0-40 16,-40 40-16,41-40 0</inkml:trace>
  <inkml:trace contextRef="#ctx0" brushRef="#br0" timeOffset="55453.4917">25039 11670 0,'0'0'0,"-40"0"16,0 0-16,-1 0 15,41-40-15,-40 40 16,0 0 0,0 0-16,40 40 0,-80 80 15,0 81 1,-41-81 0,121-80-1,-80 121-15,40-161 16,0 40-16,40 0 0</inkml:trace>
  <inkml:trace contextRef="#ctx0" brushRef="#br0" timeOffset="56151.391">25601 11550 0,'0'0'0,"0"-40"16,80 0-1,0-1 1,0 41 0,41 0-1,-81 41 1,0-1-16,-40 40 16,0-40-1,0 0-15,0 0 0,-40 40 16,40-40-1,-80 1-15,-41 39 16,1 0 0,80 0-1,40-40 1,0 0 0,40 1-1,120-41 1,-79 0-1,-41-41 1,0 1 0,-80-80-1,-81 40 1,41-41 0,0 81-1,80 0-15,-40-40 16,40 40-16,0-40 15,80 0 1,-40 80-16,81 0 16,-81 0-1,0 0-15,0 0 16</inkml:trace>
  <inkml:trace contextRef="#ctx0" brushRef="#br0" timeOffset="57400.2029">27045 11389 0,'-40'0'32,"40"-40"-17,0 80 48,0-80 109,0 0-126,0 80 33,0 0-64,0 0-15,0 1 16,0-1-16,0 0 0,0 0 15,0 0-15,0 0 0,0 0 0,40 0 16,-40 0-16,0 0 0,0 1 0,0-1 16,40 0-16,-40 0 0,0 0 15,0 0-15</inkml:trace>
  <inkml:trace contextRef="#ctx0" brushRef="#br0" timeOffset="57948.1134">27045 11991 0,'-40'-40'16,"40"0"-16,0 0 16,0-1-1,80 1 1,1 40-1,-1 0 1,0 40 0,0 1-1,1 39 1,-81 0 0,0-40-1,-41 0-15,1 0 16,0-40-16,0 40 0,0-40 15,-40 0 1,80-40 0,40 40-1,0-80 1,120 40 0,-79 40-1,-1 0 1,-40 0-1,40 0 1,-80 40-16,40 0 16,-40 0-1,-40-40-15,-40 40 16,40-40-16,0 41 16,0-41-1,0 0-15,-1 0 16</inkml:trace>
  <inkml:trace contextRef="#ctx0" brushRef="#br0" timeOffset="58460.701">27848 11790 0,'0'-40'0,"0"0"16,-40 40-1,40-40 1,0 80 0,0 40-1,40-40-15,-40 1 0,0-1 16,40 0-16,-40 0 0,0 0 0,0 0 16,0 0-16,0 0 15,0 0-15,0 1 16,40-41-16,0 0 15</inkml:trace>
  <inkml:trace contextRef="#ctx0" brushRef="#br0" timeOffset="58631.4108">27767 11590 0,'-80'-80'15,"160"160"-15,-160-200 0,80 79 16,0 1-16,80 40 0,41-40 31</inkml:trace>
  <inkml:trace contextRef="#ctx0" brushRef="#br0" timeOffset="58879.3687">28369 11389 0,'0'0'0,"0"-40"0,-40 40 16,40 40-1,40 41 1,0-1 0,-40 0-16,81 80 15,-81-120-15,0 1 0,0-1 0,0 160 31,0-120-15,40-80 0,0 0-16</inkml:trace>
  <inkml:trace contextRef="#ctx0" brushRef="#br0" timeOffset="59024.1853">28450 11951 0,'0'0'16,"-41"0"-16,41-80 15,41 80-15,119-81 16,1 41 0,-81 40-16,121-40 15,-161 40-15</inkml:trace>
  <inkml:trace contextRef="#ctx0" brushRef="#br0" timeOffset="60080.2024">25841 12592 0,'-40'0'62,"0"0"-62,0 0 16,40-40 0,40 40 62,0 0-78,0 0 15,1 0-15,-1 0 0,0 0 16,0 0-16,0 0 0,0 0 16,0 0-16,-80 0 47,40 40-47,-40-40 0,-40 0 15,40 0-15,0 0 16,-1 0-16,1 0 0,0 0 15,0 0-15,0 0 16,40-40 15,40 40-31,40 0 16,-40 0-16,1 0 0,39 0 16,-40 0-16,0-40 15,0 40-15</inkml:trace>
  <inkml:trace contextRef="#ctx0" brushRef="#br0" timeOffset="68960.5581">15449 13595 0,'40'0'0,"-40"-40"16,0 0 0,-40 40-1,40-40 1,-40 40 0,-1 0-16,1 0 15,0 40-15,0 0 16,0 0-16,0 0 0,0-40 0,0 40 15,-41 0-15,41 1 0,0-1 0,0-40 16,0 40-16,40 0 0,-40 0 0,0 0 16,-1 0-16,41 0 0,-40 0 15,40 0-15,0 1 0,0-1 16,0 0-16,81 0 0,-81 0 16,40 0-16,0-40 0,0 40 0,0 0 15,40-40-15,-40 0 0,41 40 16,-41-40-16,40 0 0,-40 0 0,40 0 15,-39 0-15</inkml:trace>
  <inkml:trace contextRef="#ctx0" brushRef="#br0" timeOffset="69316.2677">15850 14036 0,'0'-40'16,"40"40"-16,0 0 15,0 0 1,0 40 0,1 0-1,-41 0-15,0 1 16,0-1-16,-41 0 16,1 0-16,-40 0 15,0 0 1,0-40-1,39-40 1,41-40 0,0 0-1,0-1 1,41 81-16,-1-80 16,0 80-16,0-40 0,0 40 15,0-40-15</inkml:trace>
  <inkml:trace contextRef="#ctx0" brushRef="#br0" timeOffset="69599.3958">16372 13635 0,'0'40'31,"0"0"0,0 1-31,0-1 0,40-40 16,-40 40-16,0 0 0,0 0 0,0 0 16,0 0-16,0 0 0,0 40 0,-40-39 15,40-1-15,0 0 0,-41 0 0,41 0 16,0 0-16,-40 0 0,40 0 15,0 0 1</inkml:trace>
  <inkml:trace contextRef="#ctx0" brushRef="#br0" timeOffset="69944.0767">17014 14036 0,'0'-40'16,"40"40"15,0 40-31,0 0 16,-40 0-16,0 1 15,-40-1 1,0 0-16,0-40 15,-1 0-15,1 40 0,0-40 16,0 0-16,0 0 16,0-40-16,40 0 15,0 0-15,0-1 16,40 41-16,-40-40 16,40 40-16,-40-40 0,80 40 0,-40 0 15,1-40-15,-1 40 16,0 0-16</inkml:trace>
  <inkml:trace contextRef="#ctx0" brushRef="#br0" timeOffset="70293.9173">17415 13876 0,'0'-40'15,"40"40"-15,40 0 16,0 0-1,1 80 1,-81 40 0,0 1-1,-40-81 1,40 0-16,-41-40 16,1 0-1,40-40 1,0 0-16,0-1 15,81-119 1,39 80 0,0 40-1,-80 0 1,1 0 0</inkml:trace>
  <inkml:trace contextRef="#ctx0" brushRef="#br0" timeOffset="72132.1048">20103 13515 0,'0'-40'31,"40"40"48,41 0-79,-41 0 15,0 0-15,0 0 0,0 0 16,0 0-16,0 0 15,-40 40-15,41 0 16,-41 0-16,0 0 16,0 0-16,-41-40 0,41 40 0,-80 1 15,80-1-15,-40-40 0,40 40 16,-40-40-16,40 40 0,-40 0 16,0-40-16,40 40 0,-40-40 0,40 40 15,-41-40-15,41 40 0,-40-40 0,40 40 16,-40-40-16,40 40 0,-40 1 15,40-1-15,-40-40 0,40 40 16,0 0 0,40-40-16,0 0 15,-40 40-15,40-40 0,0 0 16,1 0-16,-1 0 0,0 0 16,0 0-16,0-40 15,-40 0 1,0 0-1,0 0 1,-40 40-16,40-41 0,0 1 16,-40 40-16,0-40 0,0 0 15,-1 0-15,1 0 0,0 0 16,0 0-16,40 0 16,-40 0-16,40-1 0,-40 41 15,40-40-15,0 0 0,0 0 16,0 0-16,40 40 0,0-40 15,40 0-15,-40 40 16,1 0-16,-1-40 16,0 40-16</inkml:trace>
  <inkml:trace contextRef="#ctx0" brushRef="#br0" timeOffset="72535.696">21106 13435 0,'0'40'31,"0"0"-15,0 0-1,0 0 1,41 0-16,-41 0 0,40-40 15,-40 40-15,40 1 0,0-1 0,0 0 16,0 0-16,0 0 0,-40 0 16,40-40-16,-40 40 0,41-40 0,-1 40 15,-40 0-15,40-40 0,-40 40 16</inkml:trace>
  <inkml:trace contextRef="#ctx0" brushRef="#br0" timeOffset="72807.6241">21468 13595 0,'-41'-40'0,"82"80"0,-122-120 15,41 80 1,40 40-1,-40-40-15,0 120 16,0-80-16,-40 121 16,80-81-16,-41-40 0,-39 40 15,0 81 1,0-41 0</inkml:trace>
  <inkml:trace contextRef="#ctx0" brushRef="#br0" timeOffset="73429.719">22110 13475 0,'0'-40'0,"80"40"15,0 0 1,-40 0-16,41-40 16,-41 40-16,0 40 15,-40 40 1,0 40-1,-80 1 1,-41-41 0,41 0-1,80-40-15,-80 0 16,40-40-16,-1 40 0,1 0 16,40 0-1,0 41 1,81-81-1,-1 0 1,0-40 0,-40 40-16,0-41 15,0 41-15,-40-40 16,0 0 0,-120-40-1,40 0 1,80 40-16,-80-40 15,39-1 1,41 41 0,0 0-1,41 40-15,-1 0 16,0-40-16,0 40 16,40-40-16</inkml:trace>
  <inkml:trace contextRef="#ctx0" brushRef="#br0" timeOffset="73709.2097">22952 13314 0,'-40'40'15,"80"-80"-15,-40 121 32,40-41-32,81 0 15,-81 0-15,80 80 16,-80-80-16,1 41 16,-1-81-16,-40 80 15,40-80-15,-40 40 16,-40-40-1</inkml:trace>
  <inkml:trace contextRef="#ctx0" brushRef="#br0" timeOffset="73948.2604">23313 13395 0,'-40'0'16,"80"0"-16,-120 0 0,80-41 15,-40 41-15,40 41 32,0-1-32,-40 0 15,40 0-15,-40 0 0,40 0 0,-40 0 16,40 0-16,-40 41 0,40-41 0,-41 0 16,41 0-16,-40 0 0,0 0 15,40 0-15,-40 0 0,40 0 16</inkml:trace>
  <inkml:trace contextRef="#ctx0" brushRef="#br0" timeOffset="74572.124">23875 13234 0,'0'0'0,"40"-40"0,0 40 15,1 0-15,39 0 16,-40 40 0,40 0-1,-80 0-15,40 0 0,-40 1 16,0 39-16,-40 0 15,-120 0 1,39 41 0,41-41-1,40 0 1,0-40 0,40 0-1,80-40 1,0 0-1,-40 0-15,81 0 16,-81 0 0,-80-40 31,40 0-32,-40 0-15,-41 0 16,81 0-16,-40 40 0,40-40 15,-40-1-15,0 1 0,40 0 16,-40 40-16,40-40 0,0 0 16,0 0-16,0 0 0,0 0 15,40 40-15,-40-40 0,40 40 16,0 0-16,0-41 0,1 41 16,-1 0-16,0-40 0,0 40 15,0 0-15,0 0 0,0-40 16</inkml:trace>
  <inkml:trace contextRef="#ctx0" brushRef="#br0" timeOffset="74872.3462">24477 13314 0,'0'0'0,"0"81"15,80-1 1,41 0 0,-41 0-1,-40-40-15,0 0 16,-40 1-16,40-41 15,-40 40-15,40-40 16</inkml:trace>
  <inkml:trace contextRef="#ctx0" brushRef="#br0" timeOffset="75152.2689">24878 13314 0,'0'-40'16,"0"80"-16,0-120 15,-40 120 17,0 0-32,40 0 15,-40 1-15,0-41 0,40 40 0,-40 0 16,40 0-16,-40 0 0,40 0 0,0 0 15,-41-40-15,41 40 0,0 0 16,0 1-16,0-1 0,0 0 0,-40-40 16,40 40-16,0 0 0,-40 0 15,40 0-15,-40-40 16,40 40-16</inkml:trace>
  <inkml:trace contextRef="#ctx0" brushRef="#br0" timeOffset="75892.1341">25400 13234 0,'0'0'0,"-40"0"16,40-40-1,0 0 1,40 0 0,40 40-1,41-40 1,-41 80 0,0 0-1,-80 40-15,0 0 16,0-40-16,-80 161 31,40-161-31,-40 40 16,39-40-16,1 1 15,0-1 1,40-80 15,80 40-31,-39 0 16,-1 0-16,0 0 15,0 0-15,0 0 16,0 0-16,0 0 16,0 0-16,-40 40 0,41 0 15,-41 0-15,0 0 16,0 0 0,-41-40-16,41 40 0,-40 0 15,0 0-15,0-40 0,0 40 16,0-40-16,0 41 0,0-1 15,-1-40-15,1 0 0,0 0 16,0 0-16,0 0 16,40-40-16,0-1 15,0 1-15,0 0 0</inkml:trace>
  <inkml:trace contextRef="#ctx0" brushRef="#br0" timeOffset="79224.896">27286 13074 0,'-40'0'32,"40"40"77,0 0-93,0 0-1,0 0 1,0 0-16,0 0 15,0 0-15,0 1 0,0-1 0,0 0 16,0 0-16,0 0 0,0 0 0,0 0 16,0 0-16,0 0 0,0 1 15,0-1-15,0 0 16,0-80 31,0 0-47,80-1 15,-80 1-15,40 0 0,0 0 16,0 40-16,-40-40 16,41 40-16,-1 0 0,0 0 15,0 40 1,-40 0 0,0 0-16,0 0 0,0 1 15,-40-1-15,0 0 16,0 0-16,-1 0 15,1-40-15,0 0 16,40 40-16,-40-40 0,0 0 16,40-40-1,-40 40-15,40-40 16,0 0-16,0 0 0,0 0 16,40 40-16,-40-41 0,80 1 15,-40 0-15,0 40 0,1 0 16,-41-40-16,40 40 0,0 0 0,0 0 15,-40-40-15,40 40 0,0 0 16,0 0 0,0 0-16,-40-40 0,41 40 15,-1 0-15,0 0 16,0-40-16,0 40 16,-40-40-16,40 40 31,-40-40 0,0 80 0,0 0-15,40 0-16,-40 0 0,0 0 16,40-40-16,-40 40 0,41-40 15,-41 40-15,40-40 16,0 0-16,0 0 15,0 0-15,0-40 16,0 40-16,-40-40 0,40 40 0,-40-40 16,0 0-16,41 0 0,-41 0 0,40 0 15,-40-1-15,0 1 0,40 0 16,-40 0-16,0 0 0,0 0 0,40 0 16,-40 0-16,0 0 0,0 0 0,40 40 15,-40-41-15,0 1 0,0 0 0,0 0 16,0 80 15,-40-40-31,40 80 16,0-39-16,0-1 0,0 0 15,0 0-15,-40 40 0,40-40 0,-40 0 16,40 0-16,0 41 0,0-41 0,0 0 16,0 0-16,-40 0 0,40 0 0,0 0 15,0 0-15,0 0 0,40 1 16,0-41-1,0 0-15,0 0 16</inkml:trace>
  <inkml:trace contextRef="#ctx0" brushRef="#br0" timeOffset="79407.5517">28570 13475 0,'-40'0'16,"80"0"-16,0 0 15,-40-40-15,40 40 16,0 0-16,41-40 0,-41 40 0,0 0 16,0 0-16,0 0 0,0 0 0,0-41 15,1 41-15,-1 0 0,0 0 16,-40-40-16</inkml:trace>
  <inkml:trace contextRef="#ctx0" brushRef="#br0" timeOffset="79572.7737">28088 13194 0,'-120'-40'16,"240"80"-16,-320-160 16,200 80-16,80 40 15,0 0-15,41 0 16,-81 0-16</inkml:trace>
  <inkml:trace contextRef="#ctx0" brushRef="#br0" timeOffset="117884.0981">2969 5093 0,'0'-40'31,"0"80"79,0 0-95,0 0 1,0 0 15,0 0 63,0 0-78,0 0-1,0 1 1,0-1 15,40-40-15,-40 40-16,0 0 15,0 0-15,0 0 16,0 0-16,0 0 0,0 0 16,0 0-16,0 1 15,0-1-15,0 0 0,0 0 16,0 0-16,41-40 16,-41 40-16,0 0 0,0 0 15,0 0-15,0 1 16,0-1-16,0 0 15,0 0-15,0 0 0,0 0 16,0 0-16,0 0 16,0 0-16,-41 0 0,41 1 15,0-1-15,0 0 16,0 0 0,0 0-16,0 0 15,0 0 1,0 0-16,0 0 15,0 1 1,0-1-16,0 0 16,0 0-16,0 0 0,0 0 15,0 0-15,0 0 16,0 0-16,0 0 16,0 1-16,0-1 15,0 0 1,-40 0-16,40 0 15,0 0 1,0 0-16,0 0 16,0 0-1,0 1 1,0-1-16,0 0 16,0 0-1,0 0 1,0 0 15,0 0-15,0 0-1,0 0 1,0 0 0,0 1-1,0-1 1,40-40-16,-40 40 15,0 0 1,0 0-16,0 0 16,0 0-1,0 0 1,0 0 0,0-40-16,0 41 15,0-1-15,0 0 16,0 0-1,0 0 1,0 0 0,0 0-16,0 0 15,0 0 1,0 0 15,0 1-15,0-1-1,0 0-15,0 0 16,0 0 0,0 0 15,0 0-15,0 0-1,-40-40-15,40 40 0,0 1 16,0-1-1,0 0-15,-40 0 16,40 0 31,0 0-31,0 0-1,0 0 1,0 0-1,40-40 1,-40 40-16,0 1 16,0-1-1,0 0-15,0 0 16,0 0-16,0 0 16,0 0-16,0 0 15,0 0 1,40-40-1</inkml:trace>
  <inkml:trace contextRef="#ctx0" brushRef="#br0" timeOffset="122795.4557">3009 9905 0,'0'0'0,"0"-40"32,0 80-17,-40 1 266,40-1-265,0 0-16,0 0 16,0 0-16,0 0 0,0 0 15,0 0-15,0 0 0,0 0 16,0 1-16,0-1 0,0 0 16,0 0-16,0 0 0,-40 0 0,40 0 15,0 0-15,0 0 16,0 1-16,0-1 0,0 0 15,0 0-15,0 0 0,0 0 16,0 0-16,0 0 0,0 0 16,0 0-16,0 1 0,0-1 15,0 0-15,0 0 16,0 0 0,0 0-1,0 0-15,0 0 16,0 0-1,0 1 1,0-1 0,0-40-1,0 40 1,0 0 0,0 0-1,0 0 16,0 0-15,0 0 0,-40-40-1,40 40 48,0 0-48,0 1-15,0-1 16,0 0 31,0 0-31,0 0-1,0 0 1,-40 0-1,40 0 1,0 0 0,0 1-1,0-1 32,0 0 0,0 0-16,0 0 1,0 0-1,40-40 266,0 0-282,-40-40-15,40 40 16,0 0 15,1 0-31,-1 0 16,0 0-1,-40-40-15,40 40 16,0 0-16,0 0 31,0 0 1,0 0-1,1 0-16,-1 0 157,0 0-140,0 0-17,0 0 1,0 0-16,0 0 15,1 0-15,-1 0 16,-40 40-16,40-40 0,0 0 16,0 0-16,0 0 0,0 0 15,0 0-15,1 0 16,-1 0-16,0 0 0,0 0 16,0 0-16,0 0 0,0 0 15,0 0-15,1 0 0,-1 0 16,0-40-16,0 40 0,0 0 15,0 0-15,0 0 16,0 0-16,1 0 0,-1 0 16,0 0-1,0 0-15,0 0 16,0 0-16,0 0 0,0 0 16,1 0-16,-1 0 15,0 0-15,0 0 16,0 0-16,0 0 15,0 0 1,0 0-16,1 0 16,-1 0-16,0-40 0,0 40 15,0 0-15,0 0 0,0 0 0,0 0 16,1 0-16,-1 0 16,0 0-16,0 0 0,0 0 15,0 0-15,0 0 16,0 0-16,1 0 15,-1 0-15,0 0 0,0 0 16,0 0-16,0-40 0,0 40 16,0 0-16,1 0 0,-1 0 0,0 0 15,0 0-15,0-40 0,0 40 0,0 0 16,0 0-16,1 0 0,-1 0 0,0 0 16,0 0-16,0 0 0,0 0 0,0 0 15,0-41-15,1 41 0,39 0 0,-40 0 16,0 0-16,0 0 0,0 0 15,0 0-15,1 0 0,-1 0 16,0 0-16,0 0 16,0 0-16,0 0 15,0 0-15,1 0 16,-1-40-16,0 40 0,0 0 0,0 0 16,0 0-16,0 0 0,0 0 0,1 0 15,-1 0-15,0 0 0,0-40 0,0 40 16,0 0-16,0 0 0,0 0 15,1 0-15,-1 0 16,0-40-16,0 40 0,0 0 16,0 0-16,0 0 15,0-40-15,1 40 16,-1 0-16,0 0 31,0 0-31,0 0 16,0 0-16,0 0 0,0 0 15,1 0-15,-1 0 0,0 0 16,0 0-16,0 0 0,0 0 16,0 0-16,0 0 15,1 0-15,-1 0 16,0 0 0,0 0-1,0 0-15,0 0 16,0 0-1,0 0-15,1 0 16,-1 0-16,0 0 16,0 0-16,0 0 15,-40-40-15,40 40 0,0 0 16,0 0 15,1 0 0,-1 0-15,0 0-16,0 0 16,0 0-16,0 0 15,0 0-15,0 0 16,1 0-16,-1 0 16,0 0-16,0 0 15,0 0-15,0 0 16,0 0-1,-40-40-15,40 40 0,1 0 16,-1 0 15,0 0-15,0 0 0,0 0-1,0 0-15,0 0 16,0 0-16,1 0 15,-1 0 1,0 0 0,0 0-1,0 0 1,-40-40 0,40 40-1,0 0 1,1 0 15,-1 0 47,0 0 0,0 0-46,0 0 30,0 0-46,0 0-1,0 0 1,1 0 78,-41-40-47,-41 40-47,41-41 0</inkml:trace>
  <inkml:trace contextRef="#ctx0" brushRef="#br0" timeOffset="125972.103">2929 5053 0,'0'40'47,"0"0"140,40-40-93,0 0-94,1 0 16,-41 40-16,40-40 0,0 0 15,0 40-15,0-40 0,0 0 16,0 0-16,0 40 0,1-40 15,-1 0-15,0 0 0,0 0 16,0 0-16,0 40 0,0-40 16,1 0-16,-1 0 15,0 0-15,0 0 16,0 0-16,0-40 0,0 40 16,0 0-16,1-40 0,-1 40 15,0 0-15,0 0 0,0 0 0,0-40 16,0 40-16,0 0 0,1 0 15,-1 0-15,0-40 0,0 40 16,0 0-16,0 0 0,0 0 16,0 0-16,1 0 0,-1-40 15,0 40-15,0 0 0,0 0 16,0 0-16,0 0 0,0 0 16,1 0-16,-1 0 15,0 0 1,0 0-1,0 0 1,0 0-16,0-40 0,0 40 16,1 0-16,39-40 0,-40 40 0,40 0 15,0 0-15,-39-41 0,39 41 0,-40 0 16,0 0-16,0 0 0,0 0 0,0 0 16,1 0-16,-1 0 0,0 0 15,0 0 1,0 0-16,0 0 15,0 0-15,0 0 16,41 0-16,-41 0 0,0 0 16,40 0-16,-40 0 0,0 0 0,1 0 15,39 0-15,-40 0 0,0 0 16,0 0-16,0 0 0,0 0 16,1 0-16,-1 0 15,0 0 1,0 0-16,0 0 15,0 0-15,0 0 0,0 0 0,41 0 16,-41 0-16,0 0 0,0 0 0,0 0 16,0-40-16,1 40 0,-1 0 15,0 0-15,-40-40 0,40 40 0,0 0 16,0 0 15,0 0-31,0-40 16,1 40-16,-1 0 0,0 0 15,0 0-15,0 0 0,0 0 16,0 0-16,0 0 0,1 0 16,-1 0-16,0 0 0,0 0 15,0 0 1,0 0 0,0 0-16,0 0 15,1 0-15,-1 0 0,0 0 16,0 0-16,0 0 0,0 0 0,40 0 15,-39 0-15,-1 0 0,0 0 0,0 0 16,0 0-16,0 0 16,-40-40-1,40 40-15,0-40 16,1 40 0,-1 0-16,0 0 15,0-40-15,0 40 16,0 0-16,0 0 0,0 0 15,1 0 17,-1 0-1,0 0-31,0 0 16,0 0-16,0 0 15,0 0-15,0 0 16,1 0-1,-1 0-15,0 0 16,0 0-16,0 0 16,-40-40-16,40 40 0,0 0 15,0 0 1,-40-40-16,41 40 16,-1 0-1,0 0 1,0 0-1,0 0 1,0 0 0,0 0-1,0 0 1,1 0 0,-1 0-16,0 0 15,0 0 16,-40-40-31,40 40 16,0 0 0,0 0-16,0 0 0,1 0 15,-1 0-15,0 0 16,0 0 15,0 0 0,0-41-15,0 41-16,1 0 16,-1 0-1,0 0 17,0 0-17,0 0 1,0 0 62,-40-40-78,40 40 0,0 0 16,1 0-1,-82 0 79</inkml:trace>
  <inkml:trace contextRef="#ctx0" brushRef="#br0" timeOffset="128492.5237">11195 4571 0,'40'0'16,"-80"0"31,40 41 46,0-1-77,0 0 0,0 0-16,40-40 15,-40 40-15,41 0 0,-41 0 16,0 0-16,0 0 0,0 0 15,40-40-15,-40 81 0,0-41 0,0 0 16,0 0-16,0 0 0,0 0 0,0 0 16,40 0-16,-40 1 0,0-1 0,0 0 15,0 0-15,0 0 0,0 0 0,0 0 16,40 0-16,-40 0 0,0 0 16,0 1-16,0-1 15,0 0-15,0 0 0,0 0 16,0 0-16,0 0 0,0 0 15,0 0-15,0 1 0,0-1 0,0 0 16,0 0-16,0 0 0,0 0 0,0 0 16,0 0-16,40 0 0,-40 0 15,40 1-15,-40-1 16,0 0-16,40-40 0,-40 40 16,0 0-16,0 0 15,0 0-15,0 0 16,-40 0-16,40 1 0,0-1 15,-40 0-15,40 0 0,0 0 0,-40 0 16,40 0-16,0 0 0,0 0 16,0 0-16,0 1 15,0-1 1,40 0-16,-40 0 16,0 0-16,0 0 15,0 0-15,0 0 16,0 0-16,-40-40 15,40 41-15,0-1 0,-40-40 16,40 40-16,0 0 16,0 0-16,-40-40 15,40 40-15,0 0 16,0 0 0,0 0-1,0 0-15,-40-40 0,40 41 16,0-1-16,0 0 15,0 0-15,0 0 16,0 0-16,0 0 16,-41-40-1,41 40-15,0 0 16,-40 1 0,40-1-16,0 0 15,-40-40-15,40 40 0,0 0 16,0 0-16,0 0 15,0 0 1,0 0 0,0 0-16,0 1 15,0-1-15,0 0 16,0 0-16,-40-40 16,40 40-16,0 0 0,0 0 15,0 0-15,0 0 16,-40-40-16,40 41 0,0-1 15,0 0 1,0 0 0,0 0-1,0 0-15,0 0 16,0 0-16,0 0 16,0 0-16,0 1 15,0-1-15,-40 0 0,0 0 16,40 0-1,0 0 1,-40-40 0,40 40-16,0 0 15,0 0-15,-41 1 16,41-1-16,0 0 16,-40-40-16,40 40 0,0 0 15,0 0 1,0 0-1,0 0-15,0 0 16,0 0-16,0 1 16,40-41 15,-40 40-31,0 0 16,41 0-1,-41 0-15,0 0 0,0 0 16,0 0-16,0 0 15,0 1 1,0-1 15,40 0-15,-40 0 0,0 0-16,40 0 15,-40 0-15,0 0 16,0 0-1,0 0-15,0 1 16,0-1-16,0 0 0,0 0 16,0 0-16,0 0 15,0 0 1,0 0 0,0 0 30,0 1-14,0-1-17,0 0 17,-40-40-32,40 40 0,0 0 15,0 0-15,-40 0 16,40 0 78,0 0-79,40-40 1,-40-40-1,-40 40 1,-1 0 0</inkml:trace>
  <inkml:trace contextRef="#ctx0" brushRef="#br0" timeOffset="135988.1257">5578 13074 0,'-41'0'0,"1"0"16,40 40-16,40-40 31,-40-40-15,41 40 0,-1 0-16,-40-40 0,40 40 15,-40-40 1,-40 40-1,40 40-15,-40-40 16,-1 40-16,41 0 16,-40-40-16,40 40 15,-40-40-15,40 40 0,0 0 16,0 0-16,0 0 16,0 0-16,0 1 0,0-1 0,0 0 15,0 0-15,-40 0 0,40 40 0,0-40 16,0 0-16,0 1 0,0-1 15,0 0-15,0 0 0,-40 0 16,40 0 0</inkml:trace>
  <inkml:trace contextRef="#ctx0" brushRef="#br0" timeOffset="136812.2908">5297 13194 0,'0'-40'125,"0"0"-110,40 40 1,0 0-16,0-40 0,0 40 16,0 0-16,0-40 0,1 40 15,-1 0-15,0 0 0,0-40 16,0 40 0,0 0-16</inkml:trace>
  <inkml:trace contextRef="#ctx0" brushRef="#br0" timeOffset="137176.3576">5136 13956 0,'0'0'0,"0"40"16,-40-40 0,40 40-1,40-40 16,0 0-15,0 0-16,1 0 16,-41-40-16,40 40 0,0 0 15,0 0-15,0 0 16,0 0-16,0 0 16,-40-40-16,40 40 15</inkml:trace>
  <inkml:trace contextRef="#ctx0" brushRef="#br0" timeOffset="138496.0554">6460 13074 0,'0'-40'0,"0"80"687,0 0-687,0 0 16,-40 0-16,40 0 0,-40 0 16,40 0-16,-40 0 0,40 1 0,-40 39 15,40-40-15,-40 0 0,0 0 0,40 0 16,-41 40-16,41-39 0,-40-1 0,40 0 16,-40 0-16,40 0 0,-40 0 0,40 40 15,-40-40-15,40 0 0,-40 1 0,0-1 16,40 0-16,-40 0 0,40 0 15,-41 0-15,41 0 0,-40 0 16,0-40-16</inkml:trace>
  <inkml:trace contextRef="#ctx0" brushRef="#br0" timeOffset="139008.249">6581 13675 0,'0'-40'0,"0"0"47,0 80 15,0 0-62,0 41 16,-40-81-16,40 40 0,0 0 0,0 0 16,0 0-16,0 0 0,0 0 15,0 0-15,-41 0 0,41 0 16,0 1-16,0-1 0,0 0 15,0 0-15,0 0 16,0 0-16,0 0 16</inkml:trace>
  <inkml:trace contextRef="#ctx0" brushRef="#br0" timeOffset="139421.8585">6541 13876 0,'0'-40'0,"0"80"0,0-120 15,0 40 1,0-1-1,40 41-15,-40-40 0,40 0 16,0 0 0,0 40-1,0 0 1,0 0-16,0 0 16,1 40-1,-41 40 1,0-39-1,0-1-15,-41 40 16,-39-40 0,40-40-16,-40 40 15,40-40 1,0 0-16</inkml:trace>
  <inkml:trace contextRef="#ctx0" brushRef="#br0" timeOffset="140900.5605">7584 12994 0,'0'0'0,"0"-41"16,0 82 62,0-1-62,0 0-16,0 0 0,0 0 0,0 0 15,0 0-15,0 0 0,0 0 0,0 0 16,0 1-16,40 39 0,-40-40 0,0 0 16,0 0-16,0 0 0,0 0 15,0 0-15,0 1 16</inkml:trace>
  <inkml:trace contextRef="#ctx0" brushRef="#br0" timeOffset="141273.1562">7544 13194 0,'0'0'0,"0"-120"15,0 80 1,0 0-16,40 40 15,-40-41-15,80 41 16,-40-40 0,41 0-1,-41 40 1,0 80 0,-40 81-1,-121-1 1,41-39-1,40-81 1,0 0 0,0-40-16,40-40 15</inkml:trace>
  <inkml:trace contextRef="#ctx0" brushRef="#br0" timeOffset="141572.3096">8065 13154 0,'0'-40'15,"0"80"32,41-40-47,-41 40 0,40-40 16,-40 40-16,0 0 0,0 0 15,0 0-15,0 1 0,0-1 16,0 0-16,0 0 0,0 0 16,0 0-16</inkml:trace>
  <inkml:trace contextRef="#ctx0" brushRef="#br0" timeOffset="141768.1622">8226 12994 0,'-40'-41'16,"80"82"-16,-120-82 0,80 1 16,-40 40-16</inkml:trace>
  <inkml:trace contextRef="#ctx0" brushRef="#br0" timeOffset="142063.971">8507 13034 0,'0'-40'16,"40"40"-16,0 0 15,0 0 1,0 0-1,41 80 1,-41 40 0,40-40-1,-40 0 1,40-80 0,-40 0-16,1 0 0,-1 0 15</inkml:trace>
  <inkml:trace contextRef="#ctx0" brushRef="#br0" timeOffset="142392.1614">9028 13074 0,'0'0'15,"0"-40"-15,-40 0 16,40-1-1,-40 41 17,40 41-17,0-1 1,-40-40-16,0 80 16,0 40-1,0-120 1,40 40-16,-40 40 0,-81 81 15,1-41 1,80-40 0</inkml:trace>
  <inkml:trace contextRef="#ctx0" brushRef="#br0" timeOffset="143008.0765">9309 13154 0,'-80'0'16,"120"0"15,0 0-15,0 0-1,1 0-15,-1 0 16,0 0-1,-40-40-15,40 0 16,-40 0-16,40 40 0,-40-40 16,0-1-1,0 1 1,0 0 0,-40 40 15,0 0-16,40 40-15,-40 0 16,0 1-16,40-1 16,-41-40-16,41 40 15,0 0-15,0 0 16,0 0-16,0 0 16,0 0-16,41-40 15,-1 0-15,0 0 16,0 0-16,0 0 15,0 0-15,0 0 16,0 0-16,1-40 16</inkml:trace>
  <inkml:trace contextRef="#ctx0" brushRef="#br0" timeOffset="143620.6535">9951 12673 0,'0'-40'15,"40"40"17,-80 0-1,40 40 219,0 0-250,0 0 16,0 0-16,0 40 0,0-40 15,0 0-15,0 1 0,0-1 0,0 0 16,0 40-16,0-40 0,0 0 15,0 0-15,0 0 0,0 0 16,0 1-16,-40-41 16,40 40-16</inkml:trace>
  <inkml:trace contextRef="#ctx0" brushRef="#br0" timeOffset="146856.2843">642 7940 0,'0'-40'297,"0"80"-297,0-80 266,0 0-251,40 40 63,-40-40-62,40 40-16,0 0 16,1 0-16,-41-40 15,40 40-15,0 0 16,0 40 0,-40 0-1,40-40-15,-40 40 16,0 0-16,0 0 15,0 0 1,0 1-16,0-1 16,-40 0-1,40 0-15,-40-40 16,40 40-16,-40-40 16,40 40-16,-40-40 0,40 40 15,-41-40-15,1 40 16,0-40-16,0 0 15,0 0-15,0 0 16,0-40-16,40 0 16,-40 40-16,40-40 0,0 0 15,-41 40-15,41-40 0,0 0 16,0 0 0,0-1-16,41 1 15,-1 40 1,0 0-1,0 0 1,0 0-16</inkml:trace>
  <inkml:trace contextRef="#ctx0" brushRef="#br0" timeOffset="148360.142">1124 7499 0,'0'-40'0,"0"0"16,0 0-1,0 80 95,0 0-95,0 0 1,0 0-16,0 0 0,0 0 16,0 1-16,0-1 0,0 40 0,0-40 15,0 40-15,40-40 0,-40 40 0,0-39 16,0-1-16,0 40 0,0-40 0,0 0 16,0 0-16,0 0 0,0 0 15,0 1-15,0-1 0,0 0 16,0 0-1</inkml:trace>
  <inkml:trace contextRef="#ctx0" brushRef="#br0" timeOffset="148772.3066">1565 7820 0,'0'0'16,"-40"0"-1,40 40 48,0 0-63,0 0 16,0 0-16,0 0 15,0 1-15,-40-41 0,40 40 16,0 0-16,0 0 0,0 0 15,0 0-15,0 0 0,0 0 16,0 0-16,0 1 16,40-41-16</inkml:trace>
  <inkml:trace contextRef="#ctx0" brushRef="#br0" timeOffset="149136.2489">1485 8020 0,'0'0'0,"-40"0"0,-1-40 15,41 0-15,0 0 0,0 0 16,41-40-1,-1 40 1,40 0 0,40 40-1,-39 40 1,39 0 0,-120 0-1,0 0 1,-40-40-16,-40 80 15,39-40-15,-39-40 0,40 81 16,-120-1 0</inkml:trace>
  <inkml:trace contextRef="#ctx0" brushRef="#br0" timeOffset="149835.7816">441 9063 0,'-40'-40'0,"0"40"15,40-40 1,-40 40 15,40 40-15,0 40-16,0-40 15,0 1-15,0-1 0,0 0 16,0 0-16,0 40 0,40-40 0,-40 0 16,40 0-16,-40 0 0,40 1 0,-40-1 15,41-40-15,-41 40 0,40 0 16,-40 0-16,40-40 15</inkml:trace>
  <inkml:trace contextRef="#ctx0" brushRef="#br0" timeOffset="150210.7776">321 9504 0,'0'0'0,"0"-40"0,-40-40 15,0 40-15,40-40 16,0 40-16,0-81 16,40 41-16,-40 40 15,40 0-15,0 0 16,-40 0 0,40 40-1,41 0 1,-41 0-1,0 40 1,-40 0-16,40 80 16,-40-80-16,0 0 0,0 41 15,0-41-15,-40 40 16,40-40-16,-40 0 16,-81 0-1,41-40 1</inkml:trace>
  <inkml:trace contextRef="#ctx0" brushRef="#br0" timeOffset="150504.0777">722 9264 0,'0'-40'16,"0"80"31,0 0-32,40 0-15,-40 0 0,0 0 16,41 0-16,-41 0 0,0 0 15,0 1-15,40-41 0,-40 40 16,0 0-16</inkml:trace>
  <inkml:trace contextRef="#ctx0" brushRef="#br0" timeOffset="150731.5102">803 9103 0,'0'-80'16,"0"40"-1,-41 40-15,1 0 31,40 40-31,0 0 16</inkml:trace>
  <inkml:trace contextRef="#ctx0" brushRef="#br0" timeOffset="151021.1055">963 9304 0,'0'0'16,"-40"-40"-1,80 40 1,0 0 0,0 0-1,0 40-15,41 0 16,-41-40-16,0 40 15,40 40 1,-40-40 0,-40 41-1,-40-41 1</inkml:trace>
  <inkml:trace contextRef="#ctx0" brushRef="#br0" timeOffset="151308.0679">1404 9224 0,'0'0'0,"-40"0"16,0 0 0,40 40 46,0 0-62,-40 0 16,40 0-16,-40 0 0,40 0 0,-40 0 15,40 0-15,-40 1 0,0-1 16,40 0-16,-41 0 0,41 0 16,-40 0-16</inkml:trace>
  <inkml:trace contextRef="#ctx0" brushRef="#br0" timeOffset="152196.032">1565 9424 0,'0'-40'0,"0"0"31,40 40-31,0 0 16,-40-40-16,40 40 15,-40-40-15,40 40 16,-40-40-1,0 0-15,41 40 0,-41-41 16,0 1-16,40 40 16,-40-40-16,0 0 15,-40 40 1,-1 0 0,1 0-1,0 40-15,0 0 16,40 0-16,-40 1 0,40-1 15,0 0-15,0 0 0,0 0 16,0 0-16,0 0 16,0 0-1,40-40-15,0 0 16,0 0-16,0 0 16,1-40-16,-1 40 15,-40-40-15,40 40 0,-40-40 0,40 40 16,-40-40-16,0 0 15,40 40-15,-40-40 0,0 0 16,0-1-16,40 1 0,-40 0 16,0 0-16,0 0 15,0 0-15,0 0 0,40 0 16,-40 0-16,0-1 16,0 1-1,-40 0-15,40 0 16,-40 0-1,40 0 1,0 0-16,-40 40 16,40 40 46,0 0-46,0 0-1,0 0-15,40-40 0,-40 40 16,0 0-16,40 1 0,-40-1 0,0 0 16,0 0-16,40 0 0,-40 0 0,0 40 15,0-40-15,0 1 0,40-1 0,-40 0 16,0 0-16,0 0 0,41-40 0,-41 40 16,0 0-16,40-40 0,-40 40 15</inkml:trace>
  <inkml:trace contextRef="#ctx0" brushRef="#br0" timeOffset="157339.9697">2648 13956 0,'-40'0'16,"0"0"296,40 40-218,0 0-79,-40-40-15,40 40 0,-40 0 16,0 1-16,40-1 16,-40 0-16,40 0 31,0 0 0,0 0-15,40 0-1,0 0 1,0-40-16,-40 40 16,40-40-16,-40 41 15,40-41-15,0 0 16,0 0 0,1 0-1,-1 0-15,0 0 16,-40-41-1,40 41-15,-40-40 0,40 40 16,0-40-16,0 40 16,-40-40-1,0 0 1,40 40 0,-40-40-16,0 0 15,0 0 1,0 0-16,0-1 15,0 1-15,0 0 16,-40 40-16,0-40 16,0 40-1,0-40 1,0 40 0,0 0-1,0 0-15,-1 40 16,1 0-16,0 0 15,40 0-15,-40-40 0</inkml:trace>
  <inkml:trace contextRef="#ctx0" brushRef="#br0" timeOffset="162279.4435">11115 12994 0,'0'0'0,"-40"0"15,0 0 1,0 0 0,40 40-16,-40-40 47,40-40 46,40 40-46,0 0-47,0 0 16,-40 40-16,40-40 15,0 0-15,-40 80 0,0-40 16,0 0-16,0 0 0,0 0 16,0 0-16,-40 0 0,40 1 0,-40-1 15,40 0-15,-40 0 0,0 0 0,0 0 16,-1 0-16,1 0 0,0 0 16,0-40-16,40 41 15,-40-41-15,0 0 16,40-41-1,0 1 1,0 0 15,40 40-15,0 0 0,0 0-16,-40 40 15,40-40-15,0 40 0,1-40 16,-1 41-16,0-1 15,0 0-15,0-40 16,-40 40-16,40-40 16,0 0-1,0 0 1</inkml:trace>
  <inkml:trace contextRef="#ctx0" brushRef="#br0" timeOffset="163084.629">11797 13034 0,'0'-121'16,"40"121"-16,-40-40 0,0 0 15,40 0 1,-40 80 0,-40 40-1,0 1 1,0-41 0,-40-40-1,0 0 1,39 0-1,-39 0 1,80 40 78,0 0-79,0 0-15,40-40 16,-40 40-16,0 0 0,0 0 16,0 0-16,40-40 15,-40 40-15,0 1 0,0-1 16,0 0 0,0 0-16,41-40 15,-1 0 16,0 0-15,0-40 0,0 40 62,-40 40-63,40-40-15,-40 40 0,0 0 16,0 0-16,-40 0 16,0 0-1,0 1-15,0-41 16,0 40-16,-1-40 0,1 40 16,0-40-16,0 0 0,0 0 15,0 0 1,40-40-16,0 0 15</inkml:trace>
  <inkml:trace contextRef="#ctx0" brushRef="#br0" timeOffset="163792.0007">12439 12913 0,'0'-40'0,"0"80"0,-40-80 15,0 40 63,-40 0-78,80 40 16,-40-40-16,-1 0 16,1 0-1,40 40 48,40-40-48,-40 41-15,0-1 16,0 0-16,0 0 0,0 0 16,0 0-16,0 0 0,0 0 15,0 0-15,0 0 16,0 1 15,41-41-15,-1 0-16,0 0 15,0 0 1,-40-41-16,40 41 0,0 0 16,0 0-1,-40 41-15,40-1 16,-40 0-1,0 0-15,0 0 16,-40-40-16,40 40 0,-40 0 0,-40 0 16,80 0-16,-40-40 0,0 41 15,0-1-15,-1-40 0,1 0 0,40 40 16,-40-40-16,0 0 0,0 0 16,0 0-16,0 0 0</inkml:trace>
  <inkml:trace contextRef="#ctx0" brushRef="#br0" timeOffset="174899.8004">2488 13916 0,'-80'0'0,"39"40"16,82-40 62,-1 0 469</inkml:trace>
  <inkml:trace contextRef="#ctx0" brushRef="#br0" timeOffset="176919.6618">883 5093 0,'-40'0'15,"40"-40"1,-40 40 0,40-40-1,40-1 126,0 41-126,0 0 1,0 41 0,0-41-16,-40 40 0,40-40 15,-40 40-15,40 0 0,1 0 0,-41 0 16,40 0-16,-40 0 0,0 0 16,0 1-16,0-1 0,0 0 15,0 0-15,-40 0 0,40 0 0,-41-40 16,41 40-16,-40 0 0,0 0 15,0 0-15,0 1 16,0-82 15,40 1-15,0 0-16,40 40 62,0 0-62,-40 40 0,80-40 16,-80 40-16,40-40 0,1 0 16,-1 0-16,0 41 0,0-41 0,0 40 0,0-40 15,0 40-15,0-40 0,1 0 0,-1 0 16,0 0-16,0 0 16</inkml:trace>
  <inkml:trace contextRef="#ctx0" brushRef="#br0" timeOffset="177804.8911">2006 4732 0,'0'0'0,"0"-40"0,-40 40 78,0 40-63,0-40 17,0 0-17,0 0 1,0 0-16,-1 0 16,1 40-1,0-40-15,0 0 0,0 40 16,0-40 46,40 40 32,0 40-78,0-40-16,0 1 0,40-1 15,-40 0-15,40-40 16,-40 40-16,40-40 31,0 0 0,0 0-31,-40-40 0,41 40 16,-1 0 0,0 0-1,0 0 1,-40 40-16,40-40 0,-40 40 16,40 0-1,-40 0-15,0 0 16,0 0-1,-40 1-15,0-1 16,0 0-16,0-40 16,0 0-16,-1 40 0,1-40 15,0 40-15,0-40 0,0 0 16,80 0 15</inkml:trace>
  <inkml:trace contextRef="#ctx0" brushRef="#br0" timeOffset="178569.1042">2608 4612 0,'-40'0'62,"0"40"-46,0-40 0,0 40-16,0-40 15,-1 0 1,1 40-16,0-40 16,0 0-1,0 0 32,40 40 16,0 0-48,0 0 1,0 0-16,0 0 15,0 0-15,0 1 16,40-1-16,-40 0 16,40-40-1,0 0 1,0 0 0,1 0-1,-1 0 1,0 0-16,0 0 15,0 0 1,-40 40 0,0 0-16,0 0 15,-40 0-15,40 0 0,-40 0 16,40 1-16,-40-1 0,0 0 0,-1 0 16,1 0-16,0 0 0,0 0 15,0-40-15,0 40 0,0-40 0,0 40 16</inkml:trace>
  <inkml:trace contextRef="#ctx0" brushRef="#br0" timeOffset="186701.1097">3009 12191 0,'0'-40'16,"0"80"31,0 1-31,0-1-16,-40-40 15,40 40 1,-40-40 62,40 40-78,-40-40 31,40 40-31,-40-40 94,40 40-94,-40-40 609,80 0-46,-40-40-563,40 40 15,0-40 1,0 40 0,-40-40-1,40 40 1,-40-40-16,41 40 0,-41-40 16,40 40-1,-40-41-15,40 41 0,0 0 16,-40-40-1,40 40 1,0-40 0,0 40-1,0-40-15,1 0 16,-1 40-16,-40-40 16,40 40-16,-40-40 0,40 40 15,-40-40 1,40 40-16,-40-40 15,40 40 1,-40-41-16,40 1 16,1 0-16,-41 0 15,40 40-15,-40-40 0,40 0 16,0 40-16,-40-40 0,40 40 16,0-40-1,0 40 1,-40-40-16,40 40 15,-40-40-15,41 40 0,-41-41 16,40 1-16,0 40 0,-40-40 16,40 0-16,0 0 0,0 0 15,0 0 1,-40 0-16,40 40 0,1 0 16,-41-40-1,40 40 1,-40-41-16,40 41 15,0-40-15,-40 0 16,40 40-16,-40-40 0,40 40 16,-40-40-16,40 0 0,0 0 15,-40 0-15,41 40 16,-41-40-16,40 40 0,-40-40 16,40-1-1,-40 1 1,40 40-1,-40-40-15,40 0 16,0 0 0,0 0-16,0 0 15,-40 0 1,41 40-16,-41-40 0,40-1 31,-40 1-31,40 40 16,-40-40-16,40 40 0,-40-40 15,40 40-15,-40-40 0,40 40 16,-40-40-16,40 40 0,-40-40 31,40 40-31,1-40 32,-41 0-17,40 40-15,-40-40 16,40 40-16,-40-41 0,40 41 0,0-40 15,0 0-15,0 40 0,-40-40 16,40 40-16,-40-40 0,41 40 16,-41-40-16,40 40 15,-40-40 1,40 40 0,-40-40-16,40 0 15,-40-1-15,40 41 0,-40-40 16,40 0-16,-40 0 0,40 40 15,-40-40-15,40 40 0,-40-40 16,0 0-16,41 0 16,-41 0-1,0 0-15,40 40 16,-40-41-16,40 41 0,-40-40 16,40 40-16,-40-40 0,40 40 0,0 0 15,-40-40-15,40 40 16,-40-40-16,40 40 15,-40-40-15,0 0 16,41 40-16,-41-40 0,40 0 16,-40-1-16,40 41 15,-40-40-15,40 40 0,-40-40 16,40 40-16,0 0 0,-40-40 16,40 40-16,-40-40 0,40 40 15,1 0 1,-41-40-16,40 0 15,0 40-15,-40-40 0,40 0 16,0 40-16,0-40 0,0-1 16,0 41-16,1-40 0,-1 40 15,0-40-15,0 40 16,-40-40-16,40 40 0,-40-40 16,40 40-16,-40-40 15,0 0 1,40 40-16,-40-40 0,40 40 15,-40-40-15,41 40 16,-41-41-16,40 41 0,0-40 0,0 40 16,-40-40-16,40 40 0,0-40 0,0 0 15,1 40-15,-1-40 0,-40 0 0,40 40 16,0-40-16,-40 0 0,40 40 16,-40-40-16,40 40 0,-40-41 0,40 1 15,-40 0 1,0 0-16,40 40 15,-40-40-15,41 40 16,-41-40-16,40 0 0,0 40 0,0-40 16,0 40-16,0-40 0,0-1 0,0 1 15,41 40-15,-41-40 0,0 0 0,0 0 16,0 0-16,0 40 0,0-40 0,1 40 16,-41-40-16,40 40 0,-40-40 15,0 0-15,0-1 16,40 41-16,-40-40 15,0 0-15,40 40 16,-40-40-16,40 40 0,0-40 0,0 0 16,0 40-16,1-40 0,-1 40 0,0-40 15,0 40-15,0-40 0,0-1 16,0 41-16,0 0 0,-40-40 16,41 40-16,-1 0 15,-40-40-15,40 40 16,0-40-16,0 0 15,0 0-15,0 40 0,-40-40 16,40 40-16,-40-40 0,41 0 0,-1 0 16,-40-1-1,40 41-15,-40-40 0,0 0 16,0 0-16,40 0 16,-40 0-16,0 0 15,40 0-15,-40 0 16,40 40-16,-40-41 0,40 41 15,-40-40-15,40 40 16,1 0 31,-1 0-31,-40-40-16,40 40 15,-40-40-15,40 40 0,-40-40 16,40 40-16,-40-40 15,40 40-15,-40-40 16,40 0 0,0 0-1,1 40-15,-41-40 16,40 40-16,-40-41 0,40 41 16,0 0-16,-40-40 15,40 40 1,0 0 15,-40-40-31,40 40 16,-40-40-16,40 40 0,-40-40 0,41 40 15,-1-40-15,0 40 0,-40-40 0,40 40 16,0 0-16,-40-40 0,40 40 16,-40-40 15,40 40-16,0 0 1,-40-41 0,41 41-16,-1 0 15,-40-40-15,40 40 16,-40-40 0,40 40-1,-40-40-15,0 0 47,40 40-31,0 0 31,0 0-1,-40-40-46,0 0 32,41 40-17,-41-40 1,40 40-16,0 0 16,0 0-1,-40-40 1,40 40-1,-80 0 204,40 40-219,-80-40 0,40 40 0,-1-40 16,-39 40-16,0-40 0</inkml:trace>
  <inkml:trace contextRef="#ctx0" brushRef="#br0" timeOffset="227732.2312">5096 12312 0,'0'40'328,"0"0"-312,0 0-1,-40 0-15,40 0 16,0 0-16,-40 0 0,40 1 15,0-1-15,-40 0 16,40 0-16</inkml:trace>
  <inkml:trace contextRef="#ctx0" brushRef="#br0" timeOffset="228511.6759">4414 13034 0,'0'0'0,"0"-40"16,-40 40 31,40 40-32,-40 0-15,40 0 16,0 0-16,-40-40 15,40 40-15,0 0 0,0 0 16,0 0-16,0 0 0,-41 1 16,41-1-16,0 0 15</inkml:trace>
  <inkml:trace contextRef="#ctx0" brushRef="#br0" timeOffset="228928.6995">4615 13114 0,'0'-40'0,"0"80"62,0 0-62,0 0 16,0 0-1,40-40 17,0 0-17,-40-40 1,40 40-16,-40-40 15,0 0 1,0 0-16,-40 40 0,0 0 16,0 0-1,-1 0-15,82 0 47</inkml:trace>
  <inkml:trace contextRef="#ctx0" brushRef="#br0" timeOffset="229244.2848">4936 12953 0,'0'0'0,"0"41"16,-41-1-1,41 0 1,0 0-16,0 0 15,41 0 1,-1-40 0,0 0-16,40-40 15,0 0 1,-40 0 0,-40 0-1,-120 40 1,40 0-1,40 40 1,0-40 0</inkml:trace>
  <inkml:trace contextRef="#ctx0" brushRef="#br0" timeOffset="230220.2763">5056 12232 0,'0'-41'31,"40"41"31</inkml:trace>
  <inkml:trace contextRef="#ctx0" brushRef="#br0" timeOffset="230431.2618">5136 12071 0,'0'-40'0,"0"0"16,0 0 0,40 0-16,-40 0 15,0-1 1</inkml:trace>
  <inkml:trace contextRef="#ctx0" brushRef="#br0" timeOffset="230663.1839">5297 11630 0,'0'0'0,"0"-40"16,0 0-1,0-40 1,0 39 0,0 1-1,-40 40 1,40-40-16</inkml:trace>
  <inkml:trace contextRef="#ctx0" brushRef="#br0" timeOffset="230856.0411">5176 11229 0,'-40'-40'15,"40"0"-15,0 0 16,0-1 0,0-39-1,-40 80 1,40 40-1</inkml:trace>
  <inkml:trace contextRef="#ctx0" brushRef="#br0" timeOffset="231059.6219">5136 10868 0,'40'0'0,"-40"-40"16,40 40-1,-40-40 17,-40 40-17</inkml:trace>
  <inkml:trace contextRef="#ctx0" brushRef="#br0" timeOffset="231443.0496">5216 10708 0,'-40'0'31,"40"-41"16,0 1-16,-40 40-31,80 0 47,-40-40 47,0 0-63</inkml:trace>
  <inkml:trace contextRef="#ctx0" brushRef="#br0" timeOffset="231624.0091">5096 10547 0,'0'-40'15,"40"40"-15</inkml:trace>
  <inkml:trace contextRef="#ctx0" brushRef="#br0" timeOffset="231848.0104">5096 10467 0,'0'0'0,"0"-40"31,40 40-15,-40-40-1</inkml:trace>
  <inkml:trace contextRef="#ctx0" brushRef="#br0" timeOffset="232096.144">4936 10427 0,'0'0'0,"40"0"31</inkml:trace>
  <inkml:trace contextRef="#ctx0" brushRef="#br0" timeOffset="232348.0112">4976 10427 0,'0'-40'0,"0"0"16</inkml:trace>
  <inkml:trace contextRef="#ctx0" brushRef="#br0" timeOffset="232564.1127">5016 10347 0,'-40'0'0,"0"0"16,40 40-1,-41-40 1,1 0 0,0 0-1</inkml:trace>
  <inkml:trace contextRef="#ctx0" brushRef="#br0" timeOffset="232808.0098">4494 10427 0,'-40'0'0,"0"0"16,0 0 0,40-40-1,-40 40-15</inkml:trace>
  <inkml:trace contextRef="#ctx0" brushRef="#br0" timeOffset="233074.9942">3932 10467 0</inkml:trace>
  <inkml:trace contextRef="#ctx0" brushRef="#br0" timeOffset="234107.3719">3250 10507 0,'-40'0'62,"0"0"-46,40 40-1,-40-40 1,0 0 15,0 0-15,-1 0 15</inkml:trace>
  <inkml:trace contextRef="#ctx0" brushRef="#br0" timeOffset="235380.9767">1124 10547 0,'40'0'16,"-40"40"31,0 0 15,0 0-46,0 1-16,40-1 15,-40 0-15,0 0 0,0 0 16,0 0-16,40 0 0,-40 0 16,0 0-16,0 0 0,40 1 15</inkml:trace>
  <inkml:trace contextRef="#ctx0" brushRef="#br0" timeOffset="236008.018">1485 10708 0,'-40'0'141,"40"40"-94,0 0-47,0 0 15,0 0 1,40-40-16,-40 40 0,40-40 15,0 0 1,0-40-16,-40 0 16,0 0-16,0 0 15,40 40-15,-40-40 16,0-1 0,-40 1-1,0 40-15,0 0 16,0 0-1,0 0-15,40 40 16,-41-40-16</inkml:trace>
  <inkml:trace contextRef="#ctx0" brushRef="#br0" timeOffset="236543.9544">2006 10507 0,'-40'0'16,"40"40"62,-40-40-78,40 40 0,0 0 15,0 0-15,40 1 16,0-41 0,0 0-1,1 0-15,-1 0 16,0 0-1,-40-41 1,0 1 0,-40 40-1,0 0-15,-1 0 16,1 0 0</inkml:trace>
  <inkml:trace contextRef="#ctx0" brushRef="#br0" timeOffset="240215.9993">11195 11911 0,'0'0'0,"40"0"47,1 0-32,-1 0 1,-40-40-16,40 40 0,-40-41 15,40 41-15,-40-40 16,-40 40 47,40 40-48,-40-40 141</inkml:trace>
  <inkml:trace contextRef="#ctx0" brushRef="#br0" timeOffset="240704.002">11276 11750 0,'-41'0'16,"41"40"-16,-40-40 141,0 0-126,80 0 48</inkml:trace>
  <inkml:trace contextRef="#ctx0" brushRef="#br0" timeOffset="241879.6984">11155 11790 0,'0'-40'15,"0"0"1,40 40-16,-40-40 16,0 80 31,-40-40-47,40 40 15,-40-40-15,40 40 16,0 0-1,40-40 1,0 0 0,-80 0 702,40-40-686,-40 40-32,40-40 0</inkml:trace>
  <inkml:trace contextRef="#ctx0" brushRef="#br0" timeOffset="245823.2726">3210 5374 0,'40'0'0,"0"0"15,0 0 1,-40 40 15,0-80 47,41 40 329,-41 40-407,0 0 31,0-80 1125,40 40-1062,0 0-16,0 0-62,0 0-16,0 0 15,0 0-15,1 0 0,-1 0 16,0-40-16,0-1 0</inkml:trace>
  <inkml:trace contextRef="#ctx0" brushRef="#br0" timeOffset="270860.3412">3090 5253 0,'0'40'47,"-40"-40"94,40-40-141,-41 40 47,1 0-16,0 0-16,80 0 48,-40 40-63,40-40 0,-40 40 16,41 1-16,-41-1 15,40-40-15,-40 40 0,0 0 16,40-40-16,-40 40 0,40-40 15,-40 40-15,40-40 0,-40 40 0,40-40 16,-40 40-16,40-40 0,-40 40 0,40-40 16,-40 40-16,41-40 0,-41 41 15,40-41-15,0 40 0,0 0 16,-40 0 0,40-40-16,0 40 15,0-40-15,-40 40 16,41-40-16,-41 40 15,40-40-15,-40 40 16,40-40-16,-40 40 16,40-40-1,0 41 1,0-41-16,0 40 16,0-40-16,-40 40 15,41-40-15,-1 40 0,0-40 16,-40 40-16,40-40 15,0 40-15,0-40 0,0 40 16,0-40-16,1 40 16,-1-40-16,0 40 15,0-40 1,-40 40-16,40-40 0,0 0 16,-40 41-16,40-41 0,0 40 15,1 0 1,-1-40-1,-40 40-15,40 0 16,0 0 0,0 0-1,0 0-15,0-40 16,-40 40-16,0 1 16,40-41-16,-40 40 15,0 0-15,41-40 16,-41 40-16,40 0 15,-40 0 1,40-40-16,-40 40 0,40-40 16,-40 40-16,40-40 0,-40 40 15,40-40-15,0 0 16,-40 40-16,40-40 16,-40 41-1,41-41-15,-1 0 16,0 40-1,0-40 1,0 40 0,0-40-1,-40 40-15,40 0 0,-40 0 16,40-40-16,-40 40 16,0 0-16,41-40 15,-41 40-15,0 1 16,40-41-1,-40 40 1,40-40 0,-40 40-16,0 0 15,40-40 1,-40 40-16,0 0 31,0 0-15,0 0-1,40-40-15,-40 40 16,40-40-16,-40 40 16,40-40-16,-40 41 15,40-41-15,-40 40 16,41-40-16,-41 40 0,0 0 31,0 0-15,0 0 15,40-40-31,0 0 16,-40 40-1,40-40-15,-40 40 16,40-40-16,-40 40 16,40-40-16,-40 41 15,40-41-15,0 0 16,-40 40-16,41-40 15,-1 0 17,-40 40-17,40-40 1,0 0 0,-40 40-16,40-40 0,0 40 15,0 0-15,0-40 16,1 40-16,-1-40 15,0 40-15,0-40 16,0 0 0,0 0-16,-40 40 15,40-40-15,0 40 16,1-40-16,-41 41 16,40-41-16,-40 40 0,40-40 0,0 40 15,0-40-15,0 40 16,0 0-16,0-40 15,-40 40 1,41-40-16,-41 40 16,40-40-16,-40 40 0,40 0 15,-40 1 1,40-41-16,-40 40 16,40-40-16,-40 40 15,40 0-15,-40 0 16,40-40-16,-40 40 15,41 0 1,-41 0-16,0 0 16,0 0-16,40-40 15,-40 41-15,40-41 32,-40 40-17,40 0 1,0-40-16,-40 40 15,40-40 1,-40 40-16,40-40 31,-40 40-31,40-40 16,-40 40-16,41-40 16,-41 40-1,40-40-15,-40 40 16,40-40-1,-40 41-15,40-41 16,0 0 15,-40 40-31,40-40 32,0 0-17,-40 40 1,40-40-16,1 40 15,-1-40-15,-40 40 0,40-40 16,0 0-16,0 40 0,0-40 0,-40 40 0,40-40 16,0 40-16,1-40 0,-1 40 15,0-40-15,0 40 16,0-40-16,0 41 16,0-41-16,0 0 15,1 40-15,-1-40 0,0 40 16,0-40-16,0 40 0,0-40 15,-40 40-15,40-40 0,0 40 16,-40 0 0,41-40-1,-41 40 1,40-40-16,0 40 31,0-40-31,-40 41 16,40-41-1,-40 40 1,40-40-16,-40 40 16,40-40-1,-40 40-15,40 0 16,-40 0 0,41-40-1,-41 40-15,40-40 16,-40 40-16,40-40 15,-40 40-15,40-40 16,-40 40 0,40-40 15,-40 41-31,0-1 31,0 0 0,40-40-15,-40 40 15,40-40-15,0 0 15,-40 40-31,41 0 16,-1-40-1,-40 40-15,40-40 16,-40 40 0,40-40-16,0 0 0,-40 40 15,40-40-15,0 0 0,0 0 16,1 0-16,-1 41 0,0-41 16,0 0-16,0 0 15,0 0 1,0 0 15,-40 40-31,40-40 16,1 0-16,-41 40 15,40-40-15,0 0 0,0 40 16,0-40-16,0 0 31,-40 40-31,40-40 16,0 0-1,1 0 1,-1 40 0,0-40-16,0 40 31,0 0 16,-40 0-16,40 0-15,0-40 15,-40 41-31,41-41 16,-1 0 46,0 0-46,-40 40-1,40-40-15,0 0 16,0 40 0,0-40-1,-40 40-15,40-40 16,-80 0 15,40-40-31,-80 40 0,40-40 0</inkml:trace>
  <inkml:trace contextRef="#ctx0" brushRef="#br0" timeOffset="279714.9653">2889 12352 0</inkml:trace>
  <inkml:trace contextRef="#ctx0" brushRef="#br0" timeOffset="308833.168">11235 12071 0,'0'-40'16,"0"0"15,0 80 0,0 0-15,0-80 172,-40 40-173,40-40 813,40 40-93,-80 0-673,0 0-46,0-40-16,0 40 15</inkml:trace>
  <inkml:trace contextRef="#ctx0" brushRef="#br0" timeOffset="310827.9625">11195 4812 0,'40'0'31,"1"0"-15,-41-40-16,40 0 15,-80 40 64,40 40-64,-41-40 48,1 0-32,80 0 31,-80-40 204,0 40-250,0-40-1,0 40 1</inkml:trace>
  <inkml:trace contextRef="#ctx0" brushRef="#br0" timeOffset="314244.1377">3371 5574 0,'0'40'15,"0"-80"16,-41 40 1</inkml:trace>
  <inkml:trace contextRef="#ctx0" brushRef="#br0" timeOffset="316000.1727">11115 11871 0,'40'0'31,"0"0"-16,0 0 1,1 0 0,-1 0-1,-80 0 63,40-41-78,-41 1 16</inkml:trace>
  <inkml:trace contextRef="#ctx0" brushRef="#br0" timeOffset="321899.191">10955 11951 0,'0'40'156,"-41"-40"1,41 40-126,0-80 1891,-40 40-1407,40-40-499,0 0 46,-40 40-62,0 0 32,40-40 15,40 40-16,-40-41-16,-40 41 173,40 41-188,-40-41 16,80 0 30,0-41-30,0 41-16,0 0 16,1-40 15,-41 80 16,0 1-32,-41-41-15,41 40 16,-40-40-16,0 0 16,40-40-1,0-1 1,0 1 0,40 40-16,0 0 15,1 0-15,-41-40 16,40 40-16,0 0 0,0 0 15,0 0 1,-40 40 0,0 0-1,-80-40-15,80 41 16,-40-41-16,40 40 16,-40-40-16,-1 0 15,41-40 1,0-1-16,0 1 15,41-40-15,-41 40 16,40 40-16,0 0 31,0 0-15,-40 40 0,0 0-16,0 0 15,0 0 1,-40-40-1,0 0 1,0 0-16,40-40 16,0 0-1,0 0 1,0 80 31,0 0-32,-41-40 17,1 0-17,0 0-15,0 0 16,0 0 0,40-40 15,40 40-16,0 0 1,0 0-16,0 0 16,1 0-1,-41 40 1,-41-40 0,41 40-16,-40-40 15,0 0-15,0 0 16,40-40-1,0 0 1,0 0 0,40 40-16,0 0 15,-40-40-15,40 40 0,1 0 16,-1 0 0,0 0-1,-40 40 16,0 0-31,-40-40 0,0 40 16,-1-40 0,1 40-16,0-40 15,0 0 1,40-40 0,0 0-1,40 40 1,0-40-16,0 40 15,1 0 1,-41 40 0,40-40-16,-40 40 15,-40-40 1,40 40-16,-41-40 16,1 0-16,0 0 31,40-40-16,40 40 17,0 0-17,1 0 1,-82 0 62</inkml:trace>
  <inkml:trace contextRef="#ctx0" brushRef="#br0" timeOffset="363579.5231">12760 15480 0,'0'40'234,"0"0"-234,0 0 16,0 0-16,0 1 0,0-1 0,0 0 15,0 0-15,0 0 0,0 0 0,0 0 16,0 0-16,0 41 0,0-41 0,-40 0 16,40 0-16,-40 0 0,0 0 15,40 0-15,-40-40 0,40 40 0,0 0 16</inkml:trace>
  <inkml:trace contextRef="#ctx0" brushRef="#br0" timeOffset="364123.917">12399 15520 0,'40'0'110,"0"-40"-110,41 40 15,-41-40-15,0 40 0,0 0 0,0 0 16,40-40-16,-40 40 0,1-40 0,-1 40 15,0 0-15,0 0 0,0 0 0,0 0 16,-40-40-16,40 40 0,0 0 0,1 0 16</inkml:trace>
  <inkml:trace contextRef="#ctx0" brushRef="#br0" timeOffset="364508.071">12479 16162 0,'0'0'16,"-40"40"-1,80-40 32,0 0-31,1 0-16,-1 0 15,0 0-15,40 0 0,-40 0 0,40-40 16,-39 40-16,39 0 0,-40-40 0,40 40 16,-40 0-16,0 0 0,1-40 0,-1 40 15,0-40-15</inkml:trace>
  <inkml:trace contextRef="#ctx0" brushRef="#br0" timeOffset="367387.7267">13322 2807 0,'0'-40'0,"-40"40"47,40 40-31,-40-40 0,40 40-1,-40-40-15,-1 0 31,1 0 1,0 40-32,0-40 15,0 0-15,0 0 16,40 40-16,-40-40 0,0 40 0,-1 0 16,1-40-16,0 40 15,0-40-15,0 0 0,40 41 0,-40-41 16,0 0-16,0 40 0,-1-40 0,1 40 15,0-40-15,0 40 0,0-40 0,0 40 16,0-40-16,0 40 0,-41-40 0,41 40 16,0-40-16,-40 0 0,40 40 0,0-40 15,-1 40-15,1-40 0,0 0 0,-40 40 16,40-40-16,0 41 0,0-41 16,-1 40-16,1-40 0,40 40 15,-40-40-15,0 0 0,40 40 0,-40-40 16,0 0-16,0 0 15,40-40 32</inkml:trace>
  <inkml:trace contextRef="#ctx0" brushRef="#br0" timeOffset="367771.6743">11516 3208 0,'0'-40'16,"0"80"-16,-40-80 46,40 80-30,0 0 0,-40-40-16,40 40 0,-40 0 15,40 0-15,-40 0 16,40 0-16,0 1 0,-40-41 0,40 40 16,0 0-16,-40-40 0,40 40 0,0 0 15,-41-40-15,41 40 16,0 0-16,81-40 15,-41 0-15,0 40 16,0-40-16,0 0 0,40 0 0,-39 0 16,-1 0-16,40-40 0,-40 40 0,40 0 15,-40-40-15,41 40 0,-41-80 0,40 80 16</inkml:trace>
  <inkml:trace contextRef="#ctx0" brushRef="#br0" timeOffset="368567.9128">13683 2285 0,'-40'0'16,"0"0"-1,80 0 17,0 0-17,0 0 1,0 0-16,0 0 15,1 0-15,-1 0 16,0-40-16,0 40 0,0 0 16,0-40-16,0 40 0,0 0 0,41 0 15,-41-40-15,0 40 0,0 0 0,0 0 16,-40-40-16,40 40 0,0 0 0,1 0 16,-41-40-1,40 40-15</inkml:trace>
  <inkml:trace contextRef="#ctx0" brushRef="#br0" timeOffset="368871.5929">14124 2245 0,'-40'0'16,"40"-40"-1,0 80 64,0 0-79,0 1 0,0-1 15,0 0-15,0 0 16,0 0-16,0 0 0,40 0 0,-40 0 15,0 0-15,41 0 0,-41 1 0,0-1 16,40-40-16,-40 40 0,0 0 0,40-40 16</inkml:trace>
  <inkml:trace contextRef="#ctx0" brushRef="#br0" timeOffset="369500.0237">14084 2847 0,'-40'0'0,"80"0"78,0 0-78,1 0 15,-1 0 1,0 0-16,0 0 0,0 0 16,0-40-16,0 40 0,0-40 0</inkml:trace>
  <inkml:trace contextRef="#ctx0" brushRef="#br0" timeOffset="370233.023">14726 2326 0,'-40'0'0,"40"-41"32,0 82-1,40-41-31,-40 40 16,41-40-16,-41 40 0,40-40 0,-40 40 0,0 0 15,0 0 1,0 0-16,0 0 15,0 0 1,0-80 15,0 0-31,40 40 16,-40-40-16,40 0 0,-40 0 0,40 40 16,-40-40-16,40 40 0,-40-40 0,40 40 15,0-40-15,1 40 31,-41 80-31,0-40 16,40-40-16,-40 40 0,0 0 16,0 0-16,0 0 15,0 0-15,-40-40 0,40 40 16,0-80 15,0 0-15,40 0-16,-40 0 0,40 0 15,0 0-15,0 0 16,0 40-16,-40-40 0,40 40 16,0 0-1,1 0 1,-41 40-16,40-40 0,0 40 16,-40 0-1,0 0-15,0 0 16,0 0-1,0 0 1</inkml:trace>
  <inkml:trace contextRef="#ctx0" brushRef="#br0" timeOffset="370683.9538">16091 2245 0,'0'0'0,"-40"-40"15,-1 40-15,1 0 16,0 0 0,40 40-1,-40-40-15,40 40 16,-40 1-16,40-1 15,0 0-15,0 0 16,0 0-16,0-80 47,40 0-47,0 0 16,-40 0-16,0-1 15,0 1-15,40 40 31,-40 40-15,0 41 0,40-81-16,1 40 15,-1 0-15,-40 0 16,40-40-16,0 40 16,0-40-16,0 0 15</inkml:trace>
  <inkml:trace contextRef="#ctx0" brushRef="#br0" timeOffset="371507.8448">16412 2165 0,'0'0'16,"0"40"46,0-80-15,0 0-31,0 0-1,0 0 1,0 80 31,0 0-47,0 0 15,0 0-15,0 0 0,0 0 16,0 1-16,0-1 0,0 0 16,0 0-16,0 0 0,0 0 0,0 0 15,0 0-15,0 0 0,0 0 0,0 1 16,-40-1-16,40 0 0,-41 0 0,41 0 15,0 0-15,-40 0 0,0 0 16,40 0-16,-40-40 0,40 41 16,-40-41-16,0 0 15,0 0-15,0 0 16,40-81-16,-41 41 16,41 0-16,0 0 0,0 0 0,0 0 15,0 0-15,0 0 0,41-1 16,-41 1-16,40 40 0,-40-40 15,40 40-15,0 0 0,-40-40 16,40 40-16,0 0 16,0 0-16,-40-40 0,40 40 0,1 0 15,-1 0-15,0 0 0,0-40 0,0 40 16,0 0-16,0-40 0,0 0 16,1 40-16,-41-40 0,40 40 15,-40-40-15,0-1 0,40 41 16,-40-40-16,0 0 15,0 0-15,0 0 16,-40 80 31,40 0-47,-40-40 16,40 40-16,0 0 0,-41-40 0,41 41 15,0-1-15,0 0 0,0 0 16,41-40-16,-1 0 15,-40 40-15,80-40 0,-40 0 16,0 0 0,0-40-16,0 0 0,1 0 15</inkml:trace>
  <inkml:trace contextRef="#ctx0" brushRef="#br0" timeOffset="372228.237">16412 2125 0,'-81'0'93,"81"40"-93,-40 0 16,40 0 0,-40-40-16,40 40 15,40-40 1,0 0-16,41 0 15,-41 0-15,0 0 0,0 0 16,0 0-16</inkml:trace>
  <inkml:trace contextRef="#ctx0" brushRef="#br0" timeOffset="372943.934">17656 1844 0,'40'-40'62,"0"40"-62,0 0 0,0 0 16,0-40-16,0 40 0,0 0 0,1 0 15,-1-40-15,0 40 0,0 0 0,0 0 16,0-40-16,0 40 0,1 0 16,-1-40-16,0 40 0,0-40 15</inkml:trace>
  <inkml:trace contextRef="#ctx0" brushRef="#br0" timeOffset="373199.3974">18057 1764 0,'-40'0'0,"0"0"15,40 40 32,0 0-47,0 0 16,0 0-16,0 1 0,0-1 0,0 0 15,0 0-15,0 0 0,0 0 16,0 0-16,0 0 0,0 0 0,40-40 16,-40 41-16,0-1 0,0 0 15,40-40-15,-40 40 0,40-40 16</inkml:trace>
  <inkml:trace contextRef="#ctx0" brushRef="#br0" timeOffset="373591.8968">18378 2045 0,'0'-40'15,"40"40"1,0 0-16,81 0 16,-1 40-1,-40 40 1,0-40 0,-80 0-16,0 0 15,0 0-15,-40-40 16,0 41-1,-40-41 1,40-41 0,40-39-1,40-40 1,80 40 0,-39 80-1,-81-40-15,40 40 16,0 0-1,0 0-15</inkml:trace>
  <inkml:trace contextRef="#ctx0" brushRef="#br0" timeOffset="374035.9929">19501 1844 0,'-40'0'16,"80"0"-16,-120 0 0,40 40 15,0-40-15,40 40 0,-40 1 16,0 39 0,40-40-1,80 0 1,0-40-1,0-40 1,-80 0 0,0-81-1,-40 121-15,0-40 16,80 80 31,0-40-32,-40 41-15,0-1 0,41-40 16,-1 40-16,0-40 16,-40 40-16,40-40 0,0 0 15,0 40-15,0-40 16,0 0-16,-40-40 16</inkml:trace>
  <inkml:trace contextRef="#ctx0" brushRef="#br0" timeOffset="374415.4967">19863 1724 0,'0'40'47,"40"-40"-47,-40 40 15,0 0-15,40-40 0,-40 40 16,40 0-16,-40 1 15,0-1 1,0-80 15,40 40-31,-40-41 16,40 1-16,0 0 16,-40 0-16,40 40 15,-40-40-15,41 40 16,-1 0-1,-40 40-15,40 0 16,0 0 0,-40 0-16,40-40 0,-40 41 15,40-1 1</inkml:trace>
  <inkml:trace contextRef="#ctx0" brushRef="#br0" timeOffset="374793.0055">20866 1564 0,'-40'0'16,"80"0"-16,-121 0 0,41 0 15,0 0-15,0 0 32,40 40-32,0 40 15,0 0 1,0 0 0,40-40-1,0 0 1,-40 1-16,40-1 15,-40 0-15,-40-40 16,-80 40 0,-41-40-1,81 0 1,40-40-16</inkml:trace>
  <inkml:trace contextRef="#ctx0" brushRef="#br0" timeOffset="375182.185">21106 1483 0,'0'40'15,"0"1"-15,41-1 16,-41 40 0,0 0-1,0-40 1,0 0 0,-41 0-1,1-40 1,0-80-1,0 0 1,40 40 0,0 0-1,80 0 1,1 40 0,-41-40-1</inkml:trace>
  <inkml:trace contextRef="#ctx0" brushRef="#br0" timeOffset="375681.4466">21427 1443 0,'0'0'0,"-40"0"15,80 0 16,-40 40-31,81-40 16,-81 81-16,80-41 16,-40 0-16,-40 0 15,40 40 1,-120-80 15,40 0-15,40-40-16,0 0 15,40-40 1,80-41 0,-39 81-1,39 0 1,-40 0 0,-40 0-16,41 40 15</inkml:trace>
  <inkml:trace contextRef="#ctx0" brushRef="#br0" timeOffset="375971.9306">22230 1363 0,'0'0'0,"0"40"47,0 0-47,0 0 15,0 0-15,0 1 0,40-41 0,-40 40 16,0 0-16,0 0 0,0 0 0,0 0 16,0 0-16,0 0 0,0 0 0,0 0 15,0 1-15,0-1 0,-40-40 16,40 40-16,-40-40 0,0 40 15</inkml:trace>
  <inkml:trace contextRef="#ctx0" brushRef="#br0" timeOffset="376161.3394">22190 1724 0,'-120'-80'15,"240"160"-15,-240-200 0,79 80 16,41-1-16,0-39 15,81 0 1,-1 0 0,-40 80-16,80-40 15,-120 0-15,41 40 16,-1 0-16</inkml:trace>
  <inkml:trace contextRef="#ctx0" brushRef="#br0" timeOffset="376383.619">22150 1684 0,'0'0'15,"40"0"1,40 0-16,-40-40 15,81 0 1,-1-41 0,-40 41-16</inkml:trace>
  <inkml:trace contextRef="#ctx0" brushRef="#br0" timeOffset="377056.352">23113 1283 0,'0'-40'15,"-40"40"1,0 0-16,-1 0 16,41 40-16,-80-40 0,80 40 15,-40-40-15,40 40 0,0 0 16,-40-40-16,40 40 0,0 0 0,0 0 15,0 1 1,40-41 0,0 0-16,-40-41 15,0 1-15,40 40 0,-40-40 16,40 0-16,-40 0 0,0 0 16,0 0-16,0 80 46,0 0-46,0 0 16,0 0-16,0 0 0,0 0 16,41-40-16,-41 41 0,40-1 15,-40 0-15,40-40 0,0 0 16,-40 40-16,40-40 0,0 0 16,0-80-16,0 40 15</inkml:trace>
  <inkml:trace contextRef="#ctx0" brushRef="#br0" timeOffset="377310.4784">23474 962 0,'0'0'0,"-40"-40"16,40-40 0,-40 40-1,40-1-15,0 122 31,0-41-31,0 160 16,0-160-16,0 121 16,0-81-16,0-40 15,40 40-15,0 41 16,-40-41 0,40-80-1</inkml:trace>
  <inkml:trace contextRef="#ctx0" brushRef="#br0" timeOffset="377631.5564">23434 1443 0,'-40'0'0,"40"-40"0,80 0 15,80 0 1,-39-40-1,-81 40 1,0-1 0,-40 1-1,0 80 17,0 1-32,-40 119 15,40-40 1,0 41-1,40-81 1</inkml:trace>
  <inkml:trace contextRef="#ctx0" brushRef="#br0" timeOffset="377780.5978">23554 1082 0,'0'0'0,"0"-40"15,80 0 1,-39 40-16</inkml:trace>
  <inkml:trace contextRef="#ctx0" brushRef="#br0" timeOffset="378129.1312">24437 1203 0,'0'0'0,"-80"0"16,40 0 0,-1 0-1,41 80 1,-40 40-1,40 0 1,0-79 0,40-41-1,1 0 1,-41-41-16,40 1 16,-40 0-16,0 0 0,0-40 15,-40-40 1,-1 39-1,82 41 32</inkml:trace>
  <inkml:trace contextRef="#ctx0" brushRef="#br0" timeOffset="378531.8671">24638 1002 0,'0'0'0,"0"40"15,0 0 1,0 0 0,0 41-1,0-41 1,0 40 0,0-40-1,0 0-15,0 0 16,0-80 31,40 40-47,-40-40 15,40 0-15,0 0 16,-40 0-16,40 40 0,-40-40 16,40 40-16,0 0 31,-40 40-31,40 40 15,-40-40-15,41-40 0,-41 40 16,0 0-16,40-40 0,-40 40 16,0 0-16,40-40 15,0 0 1</inkml:trace>
  <inkml:trace contextRef="#ctx0" brushRef="#br0" timeOffset="412819.235">13402 5654 0,'-40'0'0,"40"-40"31,0 0-15,40 40-16,0 0 15,-40 40 16,0 0-31,0 0 16,-40-40-16,0 40 16,0-40 31,0 0-32,0-40-15,0 40 16,-1 0-16,1 0 0,0 0 15,0 0-15,0 0 0,0 0 16,0 0-16,0 0 16,-1 0-16,1 0 0,0 0 15,0 0 1,0 0-16,0 0 0,40-40 16,-40 40-16,0 0 0,-1 0 0,1 0 15,0 0-15,0 0 0,0 0 16,0 0-16,0 0 0,40 40 15,-40-40-15,-1 0 0,1 0 16,0 0 0,0 0-1,40-40 1,-40 40-16,0 0 16,0 0-1,0 0-15,-1 0 16,1 0-1,40-40-15,-40 40 0,0 0 16,0-40 0,0 40-1,40-40 1,-40 40-16,0 0 16,-1 0-1,1 0-15,0 0 16,0-40-16,0 40 15,0 0 17,40-40-17,-40 40-15,40-40 16,-40 40-16,-1 0 16,1 0-1,0 0-15,0 0 16,0 0-16,0 0 78,40-40-78,-40 40 16,0-41-16,-1 41 31,1 0-16,0 0 48,40-40-47,-40 40-16,0 0 15,0-40 1,0 40-16,40-40 15,-41 40-15,82 0 94</inkml:trace>
  <inkml:trace contextRef="#ctx0" brushRef="#br0" timeOffset="413431.3157">11195 4932 0,'-40'0'16,"40"40"15,-40-40-15,40 41-16,0-1 15,-40-40-15,40 40 16,-40-40 31,40 40-16,-40-40-31,0 40 16,-1 0-16,1 0 15,0 0-15,0 0 0,0 1 16,0-1-16,0-40 0,40 40 16,-41-40-16,1 40 0,0-40 0,0 40 15,0-40-15,0 0 16,0 0-16,0 0 16,40-40-1,40 40 32,-40 40-47,40 0 16,0 0-16,0 0 0,0 0 15,0-40-15,0 40 0,1-40 16,39 41-16,-40-41 0,40 0 0,-40 40 16,41-40-16,-1 0 0,0 40 0,-40-40 15,41 0-15</inkml:trace>
  <inkml:trace contextRef="#ctx0" brushRef="#br0" timeOffset="414631.8092">12239 4652 0,'40'0'0,"-40"-40"0,0-1 16,-40 41-1,-1 0 1,82 41 47,-41-1-48,0 0-15,40 0 16,-40 0-16,0 0 0,0 0 15,0 0-15,0 0 0,0 0 0,0 1 16,0-1-16,-40 0 0,40 0 16,0 0-16,-41-40 0,41 40 15,0-80 1,0-40-16,0 40 16,0 0-16,41-1 0,-41 1 0,0 0 15,40 0-15,-40-40 0,40 80 0,-40-40 16,40 0-16,-40 0 0,40 40 0,-40-40 15,40 40-15,-40-41 16,40 41-16,0 0 16,1 0-16,-1 0 15,-40 41-15,40-41 16,-40 40-16,0 0 0,40-40 16,-40 40-16,40 0 0,-40 0 15,0 0-15,0 0 16,0 0-16,0 0 0,40-40 15,-40 41-15,40-1 16,0-40-16,1 0 16,-1 0-16,0 0 0,0 0 15,0-40-15</inkml:trace>
  <inkml:trace contextRef="#ctx0" brushRef="#br0" timeOffset="415008.4423">13242 4491 0,'0'-40'15,"0"80"-15,40-120 16,0 80-16,0 0 16,0 40-1,0 40 1,-40 1-1,0-1 1,-80 40 0,-40-80-1,80-40-15,-41 0 16,41 0-16,0-40 16,40-40-1,-40 40-15,40-40 16,0 39-16,80 41 0,-40-80 15,81 40 1,-1 0 0,0 0-1</inkml:trace>
  <inkml:trace contextRef="#ctx0" brushRef="#br0" timeOffset="416363.6858">12560 6336 0,'0'-40'0,"40"40"16,-40-40-1,-40 40 1,-1 0-1,1 0 1,0 0 0,0 40-16,0 0 0,0 0 15,40 0-15,-40-40 0,40 40 16,0 0-16,0 1 16,40-1-1,-40 0-15,40-40 0,0 0 16,0 0-16,0 40 0,0-40 15,1 0-15,-1 0 0,0 0 0,0 0 16,0-80-16,0 80 0,0 0 16</inkml:trace>
  <inkml:trace contextRef="#ctx0" brushRef="#br0" timeOffset="416746.9516">12800 6095 0,'0'-40'15,"0"80"-15,0-40 32,40 41-17,1-1-15,-41 0 16,40 0-16,-40 0 16,40 0-16,-40 0 15,0 0 1,0-80 15,0 0-15,0 0-1,40 40-15,0 0 16,0 0-16,-40 40 16,40-40-16,-40 40 15,0 0-15,40-40 0,-40 40 16,0 0-16,0 1 15,0-1-15,0 0 16,-40-40-16,40 40 16</inkml:trace>
  <inkml:trace contextRef="#ctx0" brushRef="#br0" timeOffset="417140.4423">13482 6216 0,'-40'0'0,"40"-40"16,0 80 31,0 0-47,0 0 15,0 0 1,40-40 15,1-40-31,-41 0 16,40 0-16,-40 0 15,0 0-15,0-1 16,0 82 15,0-1-15,0 0-16,0 0 15,0 0-15,40-40 0,-40 40 16,40-40 0,-40 40-16</inkml:trace>
  <inkml:trace contextRef="#ctx0" brushRef="#br0" timeOffset="418111.8138">13683 6055 0,'40'0'16,"-80"0"-16,120 0 16,-40 0-1,1 0-15,-41 40 0,40-40 16,-40 41 0,0-82 15,0 1-16,40 0-15,0 40 16,-40-40-16,40 40 16,-40 40-1,40 0 1,-40 0-16,40 1 16,-40-1-16,40-40 15,-40 40-15,41-40 16,-41-40-16,40 40 0,-40-40 15,40-1-15,-40 1 16,0 0-16,40 0 0,-40 0 16,0 0-16,0 0 15,0 80 17,0 0-17,0 0 1,0 0-16,0-80 31,0 0-15,0-40-1,0 40-15,0 0 16,0 80 15,0 0-15,0 0-16,0 0 0,0 0 15,0 0-15,0 0 0,0 0 0,0 1 16,0-1-16,0 0 0,0 0 0,-40-40 16,40 80-16,-40-40 0,40 0 0,-40 0 15,40 0-15,-41 1 0,1-1 0,40 0 16,-40 0-16,0 0 0,0 0 16,0-40-16,0 0 15,40-40 1,0 0-16,0 0 0,0 0 15,40 0-15,-40-1 0,80 1 0,-80 0 16,40 0-16,0 0 0,-40 0 0,40 0 16,1 0-16,-1 40 0,-40-40 15,40 40-15,0 0 0,-40-40 16,40 40-16,0-41 16,0 41-16,0-40 15,1 40-15,-1-40 0,-40 0 16,40 40-16,-40-40 0,0 0 15,0 0 1,0 0 0,0 80 15,0 0-31,-40 0 16,40 0-16,0 0 0,0 0 15,0 0-15,0 1 0,0-1 16,80-40-16,-40 0 15,0 40-15,41-40 0,-41 0 0,40 0 16,0 0-16,-40 0 0,41 0 0</inkml:trace>
  <inkml:trace contextRef="#ctx0" brushRef="#br0" timeOffset="420351.9429">1846 15600 0,'0'-40'47,"40"40"-31,-80 0 62,0 0-31,40 40-47,-40-40 15,40 40-15,-41-40 0,41 41 0,-40-41 16,40 40-16,0 0 0,-40 0 16,40 0-16,0 0 15,0 0-15,0 0 0,0 0 16,40-40-16,0 0 16,1 0-16,-1 0 15,0 0-15,0-40 0,0 40 16,0-40-16,0 0 0,0 0 15,-40 0-15,0 0 16,0 0-16,0 0 16,-40 40-16,0-41 0,0 1 15,0 40-15,40-40 16,-40 40-16,0 0 0,0 0 16,-1 0-1,1 0-15,80 0 31</inkml:trace>
  <inkml:trace contextRef="#ctx0" brushRef="#br0" timeOffset="420718.9516">2448 15400 0,'-40'0'47,"40"40"-1,0 0-30,0 0-16,0 0 16,0 0-16,0 0 15,0 1-15,0-1 0,0 40 0,-41-40 16,41 0-16,-40 0 0,40 0 0,-40 0 16,40 1-16,-40-1 0,0 0 0,40 0 15,-40 0-15,40 0 0,0 0 16,40-40-1</inkml:trace>
  <inkml:trace contextRef="#ctx0" brushRef="#br0" timeOffset="421320.6741">2608 15841 0,'0'-40'16,"0"80"31,0 40-31,0-40-1,0 0-15,0 1 16,0-1-16,0 0 0,0 0 15,-40 0-15,40 0 16,0 0-16,-40 0 16,80-40 31,-40-40-47,0 0 15,0 0 1,0 0-16,0 0 0,0 0 15,0 0-15,40-1 16,-40 1-16,0 0 0,0 0 0,0 0 16,0 0-16,0 0 15,40 40-15,-40-40 0,0 0 16,40 40 0,1 0-1,-1 0 1,0 0-16,0 0 15,-40 40-15,0 0 16,0 0 0,0 0-16,-40-40 0,40 40 15,-40 0-15,0 0 0,-1 0 16,1-40-16,0 0 0,40 41 16,-40-41-16,0 0 15,40-41 1</inkml:trace>
  <inkml:trace contextRef="#ctx0" brushRef="#br0" timeOffset="421691.9991">3210 15520 0,'0'0'0,"0"40"62,0 0-46,0 0 0,0 1-16,0-1 0,40 0 15,-40 0-15,0 0 0,0 0 16,0 0-16,0 0 0,0 0 16,0 1-16,-40-1 0,0 0 15,40 0-15,-40-40 0,40 40 0,-40-40 16</inkml:trace>
  <inkml:trace contextRef="#ctx0" brushRef="#br0" timeOffset="422024.784">3130 15801 0,'-40'-40'0,"80"80"0,-80-160 15,40 79-15,0 1 16,0 0-1,40 40-15,0-40 16,-40 0-16,40 40 16,-40-40-16,40 40 15,0 0 1,0 40 0,-40 40-1,0-40 1,-40 41-1,0-1 1,-40-40 0,40 0-1</inkml:trace>
  <inkml:trace contextRef="#ctx0" brushRef="#br0" timeOffset="422285.935">3652 15600 0,'0'0'0,"0"-40"0,0 0 16,40 40-1,0 0 1,-40 40-16,0 0 15,0 0-15,0 1 0,0-1 16,40 40 0,-40-40-1,-40 0 1</inkml:trace>
  <inkml:trace contextRef="#ctx0" brushRef="#br0" timeOffset="422475.9712">3692 15360 0,'0'0'0,"0"-40"16,0 0-1</inkml:trace>
  <inkml:trace contextRef="#ctx0" brushRef="#br0" timeOffset="422787.8637">3973 15520 0,'0'0'0,"0"-40"16,40 0 0,-40 80-1,40 40 1,40 0-1,0 1 1,1-1 0,-41-80-16,0 40 15,-40 0-15,40-40 0</inkml:trace>
  <inkml:trace contextRef="#ctx0" brushRef="#br0" timeOffset="423021.0103">4334 15640 0,'-40'-40'31,"80"80"-31,-80-120 0,-1 80 31,41 40-15,0 0-16,-40-40 0,40 41 15,0-1-15,-40-40 0,40 40 16,-40 0-16,0 0 0,40 0 16,-40-40-16,40 40 0,-40 0 0,40 0 15,-40-40-15,40 41 16</inkml:trace>
  <inkml:trace contextRef="#ctx0" brushRef="#br0" timeOffset="423767.4295">4615 15721 0,'0'0'0,"40"0"47,0 0-31,0 0-1,-40-40 1,0-1-1,0 1 1,-40 40 0,0 0-1,0 40 1,40 1-16,-41-41 0,41 40 16,0 0-16,0 0 15,0 0-15,41-40 16,-41 40-16,40-40 15,0 0-15,0 0 16,0 0-16,0 0 0,0-40 16,0 40-16,-40-40 0,41 40 0,-41-40 15,40 40-15,0-40 16,-40 0-16,0-1 16,0 1-16,0 0 15,0 0-15,0 0 16,0 0-16,0 0 0,0 0 15,-40 0-15,40 0 16,0-1 15,0 82 1,0-1-17,0 0-15,0 0 16,0 0-16,0 0 0,0 0 0,40 0 15,-40 0-15,0 0 0,0 1 16,0-1-16,40-40 0,-40 40 0,0 0 16,0 0-16,0 0 15,40-40-15</inkml:trace>
  <inkml:trace contextRef="#ctx0" brushRef="#br0" timeOffset="424368.9227">5457 15520 0,'-40'0'0,"80"0"78,0 0-78,-40 40 16,40-40-16,-40 40 0,0 0 0,41 1 16,-41-1-16,40 0 0,-40 0 15,0 0-15,0 0 0,0 0 16,40-40-16,-40 40 0,0-80 47,40 40-32,-40-40-15,0 0 0,40 0 0,-40 0 16,40 40-16,-40-40 0,0 0 16,40 40-16,-40-41 0,40 1 15,-40 0-15,0 0 16,0 0-1,41 40-15</inkml:trace>
  <inkml:trace contextRef="#ctx0" brushRef="#br0" timeOffset="424833.4276">6220 15560 0,'-41'0'16,"82"0"-16,-122 0 16,41 0-16,0 0 15,0 40 1,0 41-1,40-41 1,40 0 0,0-40-1,0 0 1,-40-40-16,0 0 16,40 40-16,-40-41 0,0 1 15,0 0 1,-40 0-1,40 80 1,0 0 0,0 0-1,40 81 1,0-81 0,1-40-16,39 40 15,-40-40 1,0 0-16,-40-40 15</inkml:trace>
  <inkml:trace contextRef="#ctx0" brushRef="#br0" timeOffset="425111.7474">6661 15239 0,'0'0'0,"-40"-40"15,40-40 1,-40 80 0,40 40-1,0 40 1,0 41 0,40-81-16,0 80 15,-40-80-15,0 0 0,0 41 16,0-41-16,40 40 15,-40-40-15,0 0 0,0 0 16,40-40-16</inkml:trace>
  <inkml:trace contextRef="#ctx0" brushRef="#br0" timeOffset="425807.7976">7062 15600 0,'0'-40'0,"-40"40"16,40-40-16,40 40 31,-40 40-15,40 0-1,-40 0 1,0 1-16,40 39 31,-40-40-31,41-40 16,-1 0-1,0 0 1,-40-40-16,40 0 0,-40 0 16,0-1-1,0 1-15,0 0 0,0 0 16,40 0-1,-40 80 17,0 0-32,0 0 15,40 41-15,-40-41 16,0 0-16,40-40 16,-40 40-16,41-40 0,-1 0 15,-40 40-15,40-40 0,0 0 16,0 0-1,-40-40-15,40 40 0,0-40 16,-40 0-16,40 40 0,-40-40 16,41 40-16,-41-41 15,0 1-15,0 0 16,0 0-16,-41 0 16,41 0-1,-40 40-15,40 40 16,0 0-1,0 0-15,0 0 16,0 0-16,0 1 16,0-1-16,40-40 15,-40 40-15,41-40 0,-1 0 16,0 0-16,0 0 0,0-40 16,0 40-1,-40-40-15</inkml:trace>
  <inkml:trace contextRef="#ctx0" brushRef="#br0" timeOffset="426363.9456">8427 15360 0,'0'0'0,"-41"0"16,1 0-16,0 0 15,120 0 17,-39 0-32,-1-40 15,40 40-15,-40 0 0,0 0 16,0-40-16,0 40 0,1 0 0,-1 0 15,0-41-15,0 41 0,0 0 16,0 0-16</inkml:trace>
  <inkml:trace contextRef="#ctx0" brushRef="#br0" timeOffset="426587.6539">8547 15681 0,'0'0'0,"40"0"47,0 0-47,-40-41 16,80 41-16,-39 0 0,-1 0 15,0 0-15,0 0 0,0 0 16,0-40-16,0 40 0,0 0 15,-40-40-15</inkml:trace>
  <inkml:trace contextRef="#ctx0" brushRef="#br0" timeOffset="426899.2816">9550 14838 0,'-40'0'16,"40"40"0,0 1-1,0-1-15,0 0 16,40 0-16,-40 0 15,0 0-15,0 0 0,40 0 0,-40 0 16,0 1-16,0-1 0,40-40 16,-40 40-16,0 0 0,0 0 15,0 0-15</inkml:trace>
  <inkml:trace contextRef="#ctx0" brushRef="#br0" timeOffset="427148.4717">9390 14959 0,'0'0'0,"0"-40"15,40-1 1,0 1-16,0 40 15,0 0 1,40 0 0,41-40-1,-41 0 1</inkml:trace>
  <inkml:trace contextRef="#ctx0" brushRef="#br0" timeOffset="427392.1071">9550 15400 0,'0'40'16,"0"0"-16,40-40 46,0 0-30,0 0-16,1 0 16,-1 0-16,-40-40 15,40 0-15,0 40 0,-40-40 0</inkml:trace>
  <inkml:trace contextRef="#ctx0" brushRef="#br0" timeOffset="427811.4693">10112 14838 0,'-40'0'15,"40"40"79,0 1-94,0-1 16,0 0-16,0 0 15,40 0-15,-40 0 0,0 0 16,0 0-16,0 0 0,0 1 16,0-1-16,0 0 0,0 0 0,0 0 15,-40 0-15,40 0 0,0 0 16,0 0-16,-40 0 16,40 1-1,40-41-15</inkml:trace>
  <inkml:trace contextRef="#ctx0" brushRef="#br0" timeOffset="428116.8985">10433 15199 0,'-40'0'15,"80"0"-15,-80-40 16,40 80 15,0 0-31,0 1 16,40-1-16,-40 0 0,0 0 16,0 0-16,0 0 0,0 0 15,0 0-15,0 0 0,0 0 0,0 1 16,0-1-16,0 0 0,0 0 15,0 0-15,40-40 32</inkml:trace>
  <inkml:trace contextRef="#ctx0" brushRef="#br0" timeOffset="428407.3528">10353 15360 0,'0'-80'16,"0"160"-16,0-241 15,0 121-15,120 0 32,-40 0-17,-40 40-15,0 0 16,41 40-1,-81 80 1,0 1 0,-81-121-16,41 80 15,0-80-15,40 40 0,-80-40 16</inkml:trace>
  <inkml:trace contextRef="#ctx0" brushRef="#br0" timeOffset="429101.5028">10955 14718 0,'0'0'0,"-41"0"16,41 40 15,0 0-15,41 0-16,-1 121 15,0-41 1,0-40 0,-40-40-16,0 41 15,0-41 1,-40-40-16,0 0 15,0 0 1,40-80 0,-41-41-1,41 81-15,0-40 16,0 40-16,0 0 0,0-41 16,0-79-1,0 80 1,81 40-1,-41 40 1,0 0-16,0 0 16,0 0-16,-40 40 0,40 0 15,0 80 1,-120 1 0,0-41-1,0-40 1,-1-40-1</inkml:trace>
  <inkml:trace contextRef="#ctx0" brushRef="#br0" timeOffset="429336.718">11276 14878 0,'40'0'15,"0"0"-15,-40-40 16,40 40 0,0 81-1,-40 39 1,40-120-16,-40 80 16,0-40-16,0 0 15,0 0 1,40-40-16</inkml:trace>
  <inkml:trace contextRef="#ctx0" brushRef="#br0" timeOffset="429504.119">11316 14758 0,'0'0'0,"0"-80"15,40 40 1,0 40-16,0 0 16</inkml:trace>
  <inkml:trace contextRef="#ctx0" brushRef="#br0" timeOffset="429739.928">11637 14758 0,'80'0'31,"-80"40"-31,40-40 16,0 40-16,0-40 0,-40 40 16,40-40-16,-40 41 0,41-1 0,-41 0 15,40 0-15,-40 0 16,0 0-16,40 0 15</inkml:trace>
  <inkml:trace contextRef="#ctx0" brushRef="#br0" timeOffset="429935.7591">11998 14838 0,'0'-40'16,"0"80"-16,-40-80 0,0 40 15,40 40 17,0 0-32,-81-40 15,81 41-15,0-1 0,0 0 0,-40 0 16,0 0-16,0 0 0,40 0 16,0 0-16,-40-40 0,40 40 15</inkml:trace>
  <inkml:trace contextRef="#ctx0" brushRef="#br0" timeOffset="430349.2552">12239 14959 0,'40'0'16,"-80"0"-16,80-40 16,40 40-1,0-41 1,-40 41 0,-40-40-16,0 0 15,0 0-15,0 0 16,-40 40-1,0 0 1,0 40 0,-40 40-1,40 41 1,40-41 0,40-40-1,40-40-15,-40 40 16,0-40-16,0 0 0,0 0 15,1-40 1</inkml:trace>
  <inkml:trace contextRef="#ctx0" brushRef="#br0" timeOffset="430607.8697">12680 14477 0,'0'0'15,"-40"0"1,40 41 15,0-1-15,0 0-16,0 0 0,0 0 16,0 0-16,0 0 0,0 0 0,0 0 15,0 0-15,0 1 0,0-1 0,0 0 16,40 0-16,-40 0 0,40 0 15,-40 0-15,0 0 16</inkml:trace>
  <inkml:trace contextRef="#ctx0" brushRef="#br0" timeOffset="431742.7751">12881 14678 0,'0'0'0,"0"-40"0,0 0 16,40 40-1,-40 40 32,0 0-47,0 0 16,0 0-16,0 0 0,40 0 15,-40 0-15,40 1 0,-40-1 0,40-40 16,-40 40-16,40 0 0,-40 0 0,40-40 16,-40 40-16,40 0 0,-40 0 15,0 0 1,0-80 15,0 0-31,0 0 16,0 0-16,0 0 0,0 0 15,0 0-15,0 0 0,0-1 16,0 1-16,41 0 16,-41 0-1,40 40 1,-40 40-1,0 0 1,40-40-16,-40 40 16</inkml:trace>
  <inkml:trace contextRef="#ctx0" brushRef="#br0" timeOffset="432160.4654">13563 14919 0,'0'0'16,"-40"0"-16,-1 0 31,1 0-15,40 40-16,0 0 0,-40 0 16,40 0-1,0 0-15,40-40 16,0 0-1,1 0 1,-41-40-16,0 0 16,40 40-16,-40-40 0,0 0 15,0 0-15,0-1 0,0 1 16,0 0-16,0 0 16,0 80 15,0 40-31,0-39 15,0-1-15,0 0 0,0 0 16,0 0-16,40-40 0,-40 40 16,40-40-16,-40 40 0,40-40 15,-40 40-15,40-40 16,0-40 0</inkml:trace>
  <inkml:trace contextRef="#ctx0" brushRef="#br0" timeOffset="432404.0103">13844 14558 0,'-41'0'0,"82"0"0,-82 40 63,41 0-63,41-40 15,-41 40-15,0 0 0,0 0 0,40 0 16,-40 0-16,0 0 0,0 1 0,0-1 16,0 0-16,0 0 0,0 0 15,0 0-15,0 0 0</inkml:trace>
  <inkml:trace contextRef="#ctx0" brushRef="#br0" timeOffset="432979.4753">14044 14798 0,'0'0'0,"0"-40"16,40 40-1,-40 40 16,0 0-15,0 0-16,0 1 0,0-1 16,0 0-16,0 0 15,0 0-15,40-40 16,1 0-16,-1 0 16,0 0-16,0-40 15,0 40-15,-40-40 0,40 40 16,-40-40-16,0 0 15,0-1-15,0 82 32,-40-41-32,40 40 15,0 0-15,0 0 16,0 0-16,0 0 16,40-40-16,-40 40 15,40-40-15,0 0 16,1 0-16,-41-40 0,40 40 15,-40-40-15,40 0 0,-40 0 16,0 0-16,0 0 0,0-1 16,0 82 15,0-1-15,0 0-16,0 0 0,0 0 15,80 0 1,-40-40-16,0 0 0,1 0 15,-1 0-15,0 0 0,0-40 16,0 40-16,0-40 0</inkml:trace>
  <inkml:trace contextRef="#ctx0" brushRef="#br0" timeOffset="442767.5702">2969 3047 0,'0'-40'0,"0"0"15,0 0 1,-40 40 0,40-40-1,0 80 48,0 0-63,0 0 15,0 0-15,0 1 16,40-1-16,-40 0 16,40 0-16,-40 0 0,41-40 15,-41 40-15,40 0 0,-40 0 16,0 0-16,40-40 0,-40 40 0,0 1 16,0-1-16,0 40 0,40-40 0,-40 0 15,0 0-15,0 0 0,0 0 16,40 1-16,-40-1 0,0 0 0,0 0 0,40 0 15,-40 0-15,0 0 0,0 0 16,40-40-16,-40 40 0,0 0 16,40 1-16,-40-1 15,0 0-15,0 0 16,41-40 0,-41 40-16,0 0 15,0 0-15,0 0 16,40 0-1,-40 1 1,40-1 0,-40 0-1,40 0-15,-40 0 16,40-40 0,-40 40-16,40-40 15,-40 40 1,40-40-1,-40 40-15,41 0 32,-41 0-17,0 1-15,0-1 16,0 0 0,40-40-16,-40 40 0,0 0 0,0 0 15,0 0 1,0 0-16,40-40 0,-40 40 15,0 1-15,0-1 16,40-40-16,-40 40 0,0 0 16,0 0-16,0 0 15,40 0 1,-40 0-16,0 0 16,40-40-16,-40 40 15,0 1 1,0-1-1,40-40-15,-40 40 16,0 0 0,0 0-1,40-40-15,-40 40 16,0 0 0,0 0-1,0 0 16,0 1 16,0-1-31,0 0 0,41-40-1,-1 0 32,-40-40-47,0 0 16,0-1-1,0 1-15,0 0 0</inkml:trace>
  <inkml:trace contextRef="#ctx0" brushRef="#br0" timeOffset="443132.1232">3652 5815 0,'0'0'16,"0"-40"0,0 80 30,0 0-46,40-40 0,-40 40 16,0 0-16,0 0 16,0 0-16,0 0 15,40-40-15,-40 40 16,0 1 0,40-41-16,0 0 15,0 0 1,-40-41-16,40 41 15,0 0-15,-40-40 0,41 40 16,-41-40-16,0 0 0,40 40 0,-40-40 16,0 0-16,40 40 0,-40-40 15,0 0-15</inkml:trace>
  <inkml:trace contextRef="#ctx0" brushRef="#br0" timeOffset="444111.8273">1083 1804 0,'0'40'78,"0"0"-78,0 0 15,0 1-15,41-1 0,-41 0 16,0 0-16,0 0 0,0 0 0,0 0 16,0 0-16,40 0 0,-40 1 15,0-1-15,0 0 0,0 0 0,0 0 16,0 0-16,0 0 0,0 0 0,40 0 15,-40 0-15,0 1 0,0-1 16</inkml:trace>
  <inkml:trace contextRef="#ctx0" brushRef="#br0" timeOffset="444483.1248">963 2205 0,'0'-40'0,"-40"40"16,40-40-16,-40 0 16,80 40 15,-40-40-31,40 40 16,0-40-16,0 40 0,0-40 15,1 40-15,-1 0 0,0-41 16,40 41-16,-80-40 0,40 40 15,0-40-15,0 40 0,-40-40 16,41 40-16</inkml:trace>
  <inkml:trace contextRef="#ctx0" brushRef="#br0" timeOffset="444786.7922">883 2767 0,'-40'40'16,"80"-80"-16,-120 160 15,80-80-15,0 0 0,0 0 16,40-40-1,0 0 1,40-40 0,81-40-1,-81 40 1,-80 0-16,40-40 0</inkml:trace>
  <inkml:trace contextRef="#ctx0" brushRef="#br0" timeOffset="445247.5065">1404 2366 0,'41'0'15,"-41"-40"1,40 40-1,0 0 1,0 40 0,-40 0-1,0 40 1,-40-40 0,40 0-1,40-40 1,-40-40-1,40 0 1,0-40 0,40 40-1,-39 40 17,-41 40-32,40-40 15,-40 40-15,40-40 16,-40 40-16,40-40 15,-40 40-15,0 0 16,0 0 0</inkml:trace>
  <inkml:trace contextRef="#ctx0" brushRef="#br0" timeOffset="445609.1343">2167 2245 0,'0'0'0,"-40"0"0,40-40 0,40 40 47,-40 40-47,40-40 16,0 40-16,0-40 15,0 41-15,-40-1 0,40 0 16,1-40 15,-41 40-31,0-80 31,40 0-15,-40 0 0,0-1-16,0 1 0,40 40 15,-40-40 1,40 40 15</inkml:trace>
  <inkml:trace contextRef="#ctx0" brushRef="#br0" timeOffset="445959.7446">2608 2285 0,'0'0'16,"40"0"-1,0 0 1,1-40-16,39 0 16,-80 0-16,80 40 15,-40-40 1,-40 0 0,0 0-1,-40 40 1,0 0-1,40 40 1,-40-40-16,40 40 16,0 0-16,0 0 15,40-40 1,-40 40-16,40-40 0,0 40 16,0-40-16,0 0 15,1 0-15,-1 0 16,-40-40-16</inkml:trace>
  <inkml:trace contextRef="#ctx0" brushRef="#br0" timeOffset="446275.5652">3050 1965 0,'0'0'31,"40"-41"-15,40 41-1,0 41 1,-80-1-16,40 0 16,0 0-16,-40 0 0,0 0 15,0 0 1,0-80 31,0 0-32,0 0-15,0 0 16,0 0-16,41 40 0,-41-40 0,40 40 16,-40-41-16,40 41 0,-40-40 15,40 40-15,-40-40 0,40 40 16</inkml:trace>
  <inkml:trace contextRef="#ctx0" brushRef="#br0" timeOffset="446547.3914">3692 1644 0,'0'40'78,"0"0"-78,0 0 15,0 0-15,0 0 16,0 0-16,0 0 0,0 1 16,40-41-16,-40 40 0,40 0 15,0-40-15,-40 40 0,40-40 16,0 0-16,0 0 16,1 0-16,-1 0 0</inkml:trace>
  <inkml:trace contextRef="#ctx0" brushRef="#br0" timeOffset="446711.6641">3692 1965 0,'0'0'0,"0"-41"0,-40 1 16,40 0-16,80 0 15,40 0 1,41 0-1</inkml:trace>
  <inkml:trace contextRef="#ctx0" brushRef="#br0" timeOffset="447812.3456">5136 641 0,'0'0'0,"40"0"0,0 0 31,1 0-15,-1 0-1,0 0 17,-40 40-17,40-40 1,-40 40-16,0 0 0,40 1 16,-40-1-16,0 0 15,0 0-15,0 0 0,0 0 16,-40 0-16,40 0 0,0 0 15,-40-40-15,40 40 0,-40-40 0,40 41 16,0-1-16,-40-40 0,-1 0 31,1 0-31,0 0 16,0-40-16,0 40 16,0-81-16,0 41 15,40 0-15,-40 0 16,40 0-16,0 0 0,-41 40 15,41-40-15,0 0 0,0 0 16,0-1-16,0 1 16,81 40-16,-81-40 0,0 0 15,40 40-15,40-40 0,-40 40 16,0 0-16,0 0 16,1 0-16,-1 0 0,0 0 15</inkml:trace>
  <inkml:trace contextRef="#ctx0" brushRef="#br0" timeOffset="448666.8962">6019 681 0,'40'0'141,"40"0"-141,-40 0 15,1 0-15,-1 0 0,40 0 0,-40 0 16,0 0-16,40 0 0,-39 0 0,-1 0 16,0 0-16</inkml:trace>
  <inkml:trace contextRef="#ctx0" brushRef="#br0" timeOffset="449115.8246">6139 962 0,'40'0'47,"1"0"-31,39-40-16,-40 40 0,0 0 15,40 0-15,-40 0 0,41 0 0,-1-40 0,-40 40 16,40 0-16,-40 0 0,41 0 0,-41-40 16</inkml:trace>
  <inkml:trace contextRef="#ctx0" brushRef="#br0" timeOffset="450179.7356">7584 481 0,'40'0'31,"0"0"-15,0 0-16,0 0 15,1 0-15,-1 0 16,-40 40-16,40-40 0,-40 40 0,40 0 16,-40 0-16,0 0 15,0 0-15,0 0 0,-40 1 16,40-1-16,-40 0 15,0 0-15,-1 0 0,1 0 16,0-40-16,40 40 0,-40-40 16,0 40-16,0-40 15,40-40 1,0 0 0,0 0-16,40 40 15,-40-40-15,40 0 0,0 40 16,0 0-1,-40 40 1,40-40-16,1 40 0,-1 0 16,-40 0-16,40-40 15,0 40-15,0 0 0,0-40 16,-40 40-16,40-40 0,0 0 0,1 41 16,-1-41-16,0 0 0,0 0 0,0 0 15,0 0-15</inkml:trace>
  <inkml:trace contextRef="#ctx0" brushRef="#br0" timeOffset="450989.074">8788 441 0,'0'-41'16,"-40"41"30,-1 0-30,1 0 0,0 0-16,0 0 15,0 0-15,0 0 16,0 0-16,0 41 0,-1-41 16,1 0-16,40 40 15,-40-40-15,0 0 0,40 40 94,0 0-78,0 0-16,0 0 15,40 0-15,-40 0 16,0 0-16,40-40 47,0 0-32,1 0 1,-41-40 0,40 40-16,0 0 15,0 0 1,-40 40-16,40-40 0,-40 41 15,40-41-15,0 0 16,0 40-16,-40 0 16,41-40-1,-41 40 1,-41-40 15,1 0-31,-40 0 16,40 0-16,0 0 15,0 0-15,0 0 0,-1 0 16,1 0 0</inkml:trace>
  <inkml:trace contextRef="#ctx0" brushRef="#br0" timeOffset="451767.4936">9711 481 0,'-41'0'0,"1"0"15,0-40-15,-40 40 16,40 0 0,0 0-1,0 0-15,-1 0 16,41 40-1,-40-40-15,40 40 16,-40-40 0,40 40 93,0 0-93,0 0-16,0 0 15,0 0-15,0 0 16,40-40-16,-40 41 16,40-41 15,1 0-16,-1 0 1,0 0-16,0 0 16,0 40-16,0-40 0,0 0 15,-40 40 1,40-40-16,-40 40 16,0 0-1,-40 0 1,40 0-16,-40-40 0,40 40 15,-40-40-15,0 0 0,0 40 16,0-40 0,0 0-1,40-40 1</inkml:trace>
  <inkml:trace contextRef="#ctx0" brushRef="#br0" timeOffset="452123.8168">10152 761 0,'0'0'16,"-40"0"-16,80 0 31,40 0-15,-80-40-16,40 40 0,0 0 15,41 0-15,-41 0 0,0 0 0,0 0 16,0 0-16,0 0 0,41 0 0,-41 0 16,0 0-16</inkml:trace>
  <inkml:trace contextRef="#ctx0" brushRef="#br0" timeOffset="452439.9388">11436 400 0,'0'41'31,"0"-1"-15,0 0-16,0 0 16,40-40-16,-40 40 0,0 0 15,0 0-15,0 0 16,40 0-16,-40 1 0,0-1 16,40-40-16,-40 40 0,0 0 15</inkml:trace>
  <inkml:trace contextRef="#ctx0" brushRef="#br0" timeOffset="452739.4309">11396 521 0,'-40'0'16,"40"-40"-16,-40 40 15,40-40 1,80-1 0,-40 41-1,80 0 1,-39 0-1,-1 0 1,0 41-16</inkml:trace>
  <inkml:trace contextRef="#ctx0" brushRef="#br0" timeOffset="452992.3275">11235 882 0,'41'0'16,"-82"0"-16,82 40 16,-1-40-16,0 0 15,0 0 1,0 0-1,0 0-15,0 0 16,0 0-16,-40-40 0,41 40 16,-1 0-16</inkml:trace>
  <inkml:trace contextRef="#ctx0" brushRef="#br0" timeOffset="491729.4528">3170 12232 0,'0'0'0,"-40"0"0,0 0 32,40 40 30,-40-40 16,-1 0-47,41 40 141,-40-40-156,0 0 15,40 40-15,0-80 828,40 40-844,-40-40 15,40 40 32,-40-40 375,41 40-406,-1 0 15,-40-41-16,40 41-15,0 0 16,0 0 15,-40-40-31,40 40 32,0 0 14,0 0-14,1 0 15,-1 0-1,0 0-30,0 0 15,0 0-15,0 0 0,0 0-1,1 0 48,-1 0-48,-40-40 1,40 40 62,0 0-15,-40-40-48,40 40-15,0 0 16,0 0-1,0 0 79,1 0-78,-41-40-1,40 40 1,0 0 31,0 0-31,0 0-1,0 0 1,0 0-1,-40-40-15,40 40 16,1 0 15,-1 0 16,0 0-31,-40-40-16,40 40 15,0 0 1,-40-40-16,40 40 0,0 0 16,0 0-1,-40-40 1,41 40-16,-1 0 16,0 0 30,-40-41-30,40 41 0,0 0-1,-40-40 1,40 40-16,0 0 16,-40-40-1,40 40 1,1 0-1,-1 0 17,-40-40-17,40 40-15,0 0 16,-40-40 0,40 40-1,0 0 1,-40-40-1,40 40 1,0 0 15,-40-40-31,41 40 16,-1 0 0,-40-40-1,40 40-15,0 0 31,0 0 1,-40-40-17,40 40 1,-40-40 15,40 40-31,0 0 16,1 0-1,-41-41-15,40 41 32,-40-40-1,40 40-15,-40-40-16,40 40 15,-40-40-15,40 40 16,-40-40-16,40 0 15,0 0 1,0 0 15,-40 0-31,0-1 16,41 41 0,-41-40-16,0 0 15,40 40 1,-40-40-16,40 40 15,-40-40 1,40 40-16,0 0 16,-40-40-16,40 40 15,0 0 1,-40-40-16,40 40 16,-40-40 15,41 40-16,-1-40 17,0 40-32,0 0 15,-40-40-15,40 40 16,0 0 15,0 0-15,-40-41-16,40 41 15,1 0 1,-1-40 0,0 40-16,-40-40 15,40 40-15,0 0 32,-40-40-17,40 40 16,-40-40-15,40 40-16,0-40 16,1 40-1,-41-40-15,40 40 0,0-40 16,0 40 0,-40-40-16,40 40 0,-40-41 15,40 41 1,-40-40-1,40 40-15,0 0 16,-40-40-16,41 40 16,-1 0-1,-40-40 32,40 40-47,0 0 16,0 0-1,-40-40-15,40 40 0,0 0 16,1 0-16,-41-40 0,40 40 16,0 0-1,-40-40 1,40 0 0,0 0-1,0 0 1,0 40-16,-40-41 0,40 41 15,1-40-15,-1 40 16,0-40-16,0 40 31,-40-40-31,40 40 16,-40-40 0,0 0-1,40 40-15,-40-40 0,40 0 16,-40 0-1,40 40 1,-40-41 0,0 1 15,41 40-31,-1 0 16,-40-40-1,40 40 32,-40-40-47,0 0 16,40 40-16,-40-40 0,0 0 15,40 40-15,-40-40 16,40 0 0,-40 0-1,40 40-15,-40-41 16,0 1-1,0 0 1,40 40-16,-40-40 47,41 40-31,-41-40-16,0 0 15,40 0 16,-40 0-15,40 40-16,-40-40 16,40 40-1,-40-41 1,40 41 15,-40-40-15,40 40-16,0 0 15,-40-40 1,40 40-16,1 0 16,-41-40 15,40 40-31,0 0 47,-40-40-47,40 40 15,-40-40-15,40 40 16,-40-40-16,40 0 31,-40 0-15,40 40-16,-40-40 16,40-1-16,-40 1 15,41 40-15,-1-40 16,0 40-1,-40-40 1,40 40-16,-40-40 16,40 40-16,-40-40 15,0 0 1,40 40-16,-40-40 16,40 40-16,-40-40 15,40 40 1,1-41-16,-1 41 31,-40-40-31,0 0 31,40 40-31,-40-40 16,40 40-16,-40-40 16,40 40-16,-40-40 0,40 0 15,-40 0 1,40 40-16,-40-40 15,0 0-15,0-1 16,40 41-16,-40-40 16,41 0-1,-41 0-15,0 0 16,40 40 0,-40-40-16,0 0 0,0 0 15,40 0 1,-40-1-16,0 1 15,0 0-15,40 40 16,-40-40-16,0 0 16,40 0-16,-40 0 15,0 0-15,40 40 16,-40-40-16,40 0 31,-40-1 0,0 1-15,40 40 0,-40-40-16,0 0 31,41 40-15,-41-40-1,40 40 1,-40-40-1,0 0 1,40 0 0,-40 0-16,40-1 15,-40 1 1,0 0 0,40 40-1,-40-40 1,0 0 46,40 40-62,-40-40 16,0 0 0,0 0-1,40 40 1,-40-40-16,40 40 47,-40-40-32,41 40 1,-41-41 0,0 1-1,40 40 1,-40-40-1,0 0 95,40 40-95,-40-40 1,40 40-16,-40-40 16,40 40 15,-40-40-15,0 0 46,0 0-46,0-1-1,40 41 1,-40-40-16,40 0 16,-40 0 77,0 0-61,0 0 14,40 40-14,-40-40-17,0 0 17,41 40-17,-41-40-15,0 0 31,0-1 16,0 1-15,40 0-1,0 0-16,-40 0 1,40 40 0,-40-40-16,40 40 78,-40-40-63,0 0 1,40 40 15,-40-40 1,40 40-17,-40-41 1,41 41 15,-41-40-31,0 0 47,0 0-16,0 0 16,40 40-47,-40-40 63,0 0-48,40 40 1,-40-40-1,0 0 32,-40 40 0,40 40-47,-40 0 16,-1 0-16,1 0 15,0 0-15,0-40 0,0 40 16,-40 0-16,39-40 0</inkml:trace>
  <inkml:trace contextRef="#ctx0" brushRef="#br0" timeOffset="620484.2553">2889 12272 0,'0'40'16,"0"0"15,0 0-15,0 0-1,0 0 48,-40-40-47,40 40-16,0-80 187,40 40-171,-40-40-16,0 0 31,40 40-31,-40-40 16,0 0-1,0 0 32,40 40-31,-40-40-16,40 40 15,-40-41-15,0 1 16,41 0-16,-41 0 16,0 0-16,40 40 15,-40-40-15,0 0 16,40 0-1,-40 0 1,0-1-16,40 41 0,-40-40 16,0 0-16,0 0 0,40 0 15,-40 0-15,0 0 16,40 40-16,-40-40 0,0 0 16,0 0-16,40 40 15,-40-41-15,0 1 16,0 0-16,40 40 15,-40-40-15,0 0 0,0 0 16,41 40-16,-41-40 0,0 0 16,40 40-16,-40-40 0,0-1 15,0 1-15,40 40 0,-40-40 16,0 0-16,40 0 16,-40 0-1,0 0 16,0 0-31,40 40 16,-40-40-16,0 0 16,40 40-16,-40-41 15,40 41-15,-40-40 16,41 40 0,-41-40-1,40 40 1,-40-40-16,0 0 15,0 0-15,0 0 16,40 40 0,-40-40-16,0 0 47,0-1-32,40 1 1,0 0-16,-40 0 15,0 0-15,40 40 16,-40-40-16,0 0 16,40 40 15,-40-40-31,0 0 16,40 40-16,-40-40 15,0-1 16,41 41-31,-41-40 16,40 40-16,-40-40 16,40 0-1,-40 0 1,40 40-16,-40-40 0,40 0 16,-40 0-16,40 40 15,-40-40-15,40-1 0,-40 1 16,40 40-16,-40-40 15,0 0 1,41 40-16,-41-40 16,0 0-1,0 0-15,40 40 16,-40-40-16,0 0 0,40 40 16,-40-40-16,0-1 0,40 41 0,-40-40 15,40 0-15,-40 0 16,40 40-16,-40-40 15,0 0 1,40 40-16,-40-40 16,0 0-1,40 40-15,-40-40 0,0-1 16,41 41-16,-41-40 0,40 0 16,0 0-16,-40 0 15,40 40-15,-40-40 16,0 0-1,40 40-15,-40-40 16,40 0 0,-40 0-16,40-1 15,-40 1-15,40 40 16,-40-40 0,0 0 15,41 40-31,-41-40 15,40 40-15,-40-40 0,40 0 16,0 0-16,-40 0 16,40-1-16,0 1 15,-40 0 1,40 40-16,-40-40 16,40 40-1,-40-40 1,41 0-1,-1 0-15,0 0 16,-40 0-16,40 40 0,0-40 16,-40-1-16,40 41 15,-40-40-15,40 40 0,-40-40 16,40 40-16,-40-40 16,41 40-1,-41-40 1,40 0-1,-40 0-15,40 40 0,-40-40 16,40 40-16,-40-40 0,40 40 16,-40-41-16,40 41 15,-40-40-15,40 40 16,-40-40-16,40 0 16,-40 0-1,41 40-15,-41-40 16,0 0-16,40 40 0,-40-40 15,40 40-15,0-40 0,-40 0 0,40-1 16,0 41-16,-40-40 0,40 40 0,-40-40 16,40 40-16,1 0 0,-1-40 47,0 40-16,-40-40-31,40 0 15,0 0 1,0 40 0,-40-40-16,40 40 15,-40-40 1,40 40-16,1 0 16,-41-41-16,40 41 0,0-40 15,0 0-15,0 0 16,0 40-16,-40-40 15,40 40-15,0-40 32,1 40-17,-41-40 1,40 40-16,-40-40 16,40 40-16,0-40 0,0 40 15,-40-40-15,40 40 0,0-41 16,0 41-16,-40-40 0,41 40 15,-1 0-15,-40-40 0,40 40 16,-40-40 0,40 40-16,0-40 0,0 40 15,-40-40-15,40 40 0,1-40 16,-1 0-16,0 40 16,-40-40-16,40 40 0,-40-41 15,40 41-15,0 0 0,-40-40 16,40 40-16,0 0 15,1 0 1,-41-40 0,40 40-16,0-40 15,0 40-15,-40-40 0,40 40 16,0-40-16,0 0 16,0 0-1,1 0 1,-1 40-1,-40-40-15,40 40 16,0-41 0,0 41-1,0-40-15,0 40 16,0 0-16,1-40 16,-1 40-16,0 0 15,0-40-15,0 40 16,0-40-16,0 40 0,0-40 0,1 40 15,-1-40-15,0 40 16,0-40-16,0 40 0,-40-40 16,40 40-16,0 0 0,-40-41 15,40 41-15,1 0 16,-1 0-16,0 0 16,0 0-1,0-40-15,0 40 16,-40-40-16,40 40 15,0 0-15,1 0 16,-41-40-16,40 40 0,0 0 16,-40-40-1,40 40-15,0 0 32,0 0-1,0 0-31,0 0 15,1 0 1,-1 0-16,0 0 16,0 0-1,-40-40 1,40 40-16,0 0 31,0 0-15,0 0-1,1 0-15,-1 0 16,0 0-16,0 0 16,0 0-1,0 0 1,-40-40-16,40 40 16,0 0-1,-40-40-15,41 40 0,-1 0 16,0 0-16,0 0 0,0 0 15,0 0 1,-40-40 15,40 40-31,0 0 16,1-40-16,-1 40 16,0 0-16,0 0 15,0 0-15,0 0 16,0 0 15,-40-41-31,41 41 16,-1 0-1,0 0 1,-40-40-16,40 40 16,0 0-1,0 0 16,0 0 1,0 0 30,1 0-31,-1 0 1,0 0-1,-40-40 47,-40 40-78</inkml:trace>
  <inkml:trace contextRef="#ctx0" brushRef="#br0" timeOffset="634827.2583">5136 10587 0,'40'0'15,"0"-40"1,-40 0 31,0 0-16,0 0-15</inkml:trace>
  <inkml:trace contextRef="#ctx0" brushRef="#br0" timeOffset="635039.9857">5016 10266 0,'0'0'0,"0"-40"16,0 0 0,40 40 15,-40-40-15</inkml:trace>
  <inkml:trace contextRef="#ctx0" brushRef="#br0" timeOffset="635163.6363">5056 10026 0,'80'-80'16</inkml:trace>
  <inkml:trace contextRef="#ctx0" brushRef="#br0" timeOffset="635383.7736">5096 9905 0,'0'-40'15,"40"40"-15,-40-40 0,0 0 16,0 0-16,40 40 15,-40-40 1,0 0 0</inkml:trace>
  <inkml:trace contextRef="#ctx0" brushRef="#br0" timeOffset="635679.8449">5176 9424 0,'0'0'16,"0"-40"-1,0 0 1,0 0 0,0 0-1,0 0 1,0 0-1,0-1 1,0 1-16,0 0 31,0 0-15</inkml:trace>
  <inkml:trace contextRef="#ctx0" brushRef="#br0" timeOffset="635896.054">5176 8823 0,'0'-81'31,"0"162"-31,0-202 32,0 81-1,0 0-16,0 0 1,-40 40 0,40-40 15</inkml:trace>
  <inkml:trace contextRef="#ctx0" brushRef="#br0" timeOffset="636875.1869">5096 8221 0,'40'0'266,"-40"-40"-251,40 40 1</inkml:trace>
  <inkml:trace contextRef="#ctx0" brushRef="#br0" timeOffset="637355.573">4976 8181 0,'-40'0'47,"40"40"-47,-41-40 15,1 0 32</inkml:trace>
  <inkml:trace contextRef="#ctx0" brushRef="#br0" timeOffset="637607.4832">4574 8261 0,'0'-40'16,"-40"40"46</inkml:trace>
  <inkml:trace contextRef="#ctx0" brushRef="#br0" timeOffset="637831.715">4253 8261 0,'-40'0'79,"0"0"-48,0 0-31</inkml:trace>
  <inkml:trace contextRef="#ctx0" brushRef="#br0" timeOffset="637947.7084">3892 8301 0</inkml:trace>
  <inkml:trace contextRef="#ctx0" brushRef="#br0" timeOffset="638207.4436">3772 8261 0,'-40'0'0,"40"40"0,-40-40 0,0 0 31,-1 0-15</inkml:trace>
  <inkml:trace contextRef="#ctx0" brushRef="#br0" timeOffset="638819.3783">3371 8341 0,'-41'0'31,"1"0"-15,0 0 46,40 40-62,-40-40 16,0 0 31,0 0-16,0 0-15,0 0-16,-1 0 15,1 0 1,40 41-16,-40-41 16,40-41 46</inkml:trace>
  <inkml:trace contextRef="#ctx0" brushRef="#br0" timeOffset="653967.7138">5176 8261 0</inkml:trace>
  <inkml:trace contextRef="#ctx0" brushRef="#br0" timeOffset="661214.6339">3009 8462 0,'0'40'0,"-40"-40"375,0 0-109,0 0-235,0 0 16,40 40 94,0 0 249,0 0 2298,0 0-2157,0-80 94,40 40-406,-40 40 31,0 0-250,0 0 15</inkml:trace>
  <inkml:trace contextRef="#ctx0" brushRef="#br0" timeOffset="692083.6705">12560 641 0,'0'40'15,"0"0"329,0 0-344,40-40 0,0 0 16,-40 41-16,40-1 15,0 0-15,0-40 0,0 40 16,0-40 0,-40 40-16,41-40 0,-41 40 15,0-80 32,40 40-31,-40-40-16,40 40 31,-40-40-15,40 40-16,-40-40 15,40 40-15,-40-40 16,40 40-16,-40-41 0,40 41 15,0-40-15,1 40 16,-41-40 0,40 40-16,0-40 15,0 40 1,0-40-16,0 40 16,0 0-16,-40-40 0,40 40 15,1-40-15,-1 40 16,-40-40-16,40 40 0,0 0 15,-40-40-15,40 40 0,0 0 16,-40-41-16,40 41 0,0 0 16,1-40-16,-1 40 15,0 0-15,0 0 16,0-40 0,0 40-1,0 0 1,0 0-16,1 0 31,-1 0 16</inkml:trace>
  <inkml:trace contextRef="#ctx0" brushRef="#br0" timeOffset="704867.6596">17174 16202 0,'-40'0'0,"40"-40"16,-40 40-1,40-40 1,0 0-1,0 0 1,40 40-16,-80 40 47,0-40-31,0 40-1,-1-40-15,41 40 0,-40-40 0,0 0 16,40 40-16,-40-40 0,40 40 15,-40-40-15,40 40 16,0 0-16,0 0 16,0 0-1,0 1-15,40-1 16,40-40-16,-40 40 16,1-40-16,-1 0 0,0 0 0,0 0 15,0 0-15,0 0 0,0 0 16,0 0-16,1 0 0,-1-40 15,0 40-15,-40-40 0,0-1 16,40 41-16,-40-40 0,0 0 16,0 0-16,0 0 15,0 0-15,0 0 0,0 0 16,-40 40-16,40-40 0,-40 40 16,40-40-16,0-1 15,-40 41-15,-1 0 0,41-40 16,-40 40-1,0 40 1</inkml:trace>
  <inkml:trace contextRef="#ctx0" brushRef="#br0" timeOffset="705843.041">17977 15681 0,'0'0'0,"40"0"15,-80 0 95,40 40-48,0 40-62,0-40 16,-41 0-16,41 0 0,0 0 0,0 41 15,0-41-15,-40 40 0,40-40 0,-40 40 16,40-40-16,0 40 0,-40-39 0,40-1 0,0 0 16,0 0-16,-40 0 0,40 0 0,0 0 15,0 0-15,0 0 0,0 1 16,0-1-16,0 0 0,0 0 15</inkml:trace>
  <inkml:trace contextRef="#ctx0" brushRef="#br0" timeOffset="706227.8561">18258 16122 0,'0'0'0,"0"40"62,0 0-46,0 0-16,0 0 16,0 0-16,0 0 0,0 0 15,0 1-15,0-1 0,0 0 0,0 0 16,0 0-16,0 0 0,0 0 0,0 0 15,0 0-15,0 1 0,0-1 0,-41 0 16</inkml:trace>
  <inkml:trace contextRef="#ctx0" brushRef="#br0" timeOffset="706587.5815">18177 16362 0,'-40'-40'0,"80"80"0,-80-200 15,40 120 1,40 0-16,-40 0 0,40-41 16,1 81-16,-41-40 0,40 40 15,0 0-15,0-40 16,0 40-16,0 0 15,40 80 1,-39 1 0,-41-41-16,0 40 15,0-40-15,-41 0 16,-39 0-16,-40 40 16,80-80-16,0 41 15,-41-1 1</inkml:trace>
  <inkml:trace contextRef="#ctx0" brushRef="#br0" timeOffset="707014.6499">19180 15881 0,'0'-40'16,"0"120"15,0-40-15,0 0-16,0 1 15,0-1-15,41-40 0,-41 40 16,0 0-16,0 0 0,0 0 0,0 0 16,0 0-16,0 0 0,0 0 15</inkml:trace>
  <inkml:trace contextRef="#ctx0" brushRef="#br0" timeOffset="707332.0365">19060 16042 0,'0'-41'0,"0"82"0,0-162 15,0 81-15,0 0 0,161-40 31,-121 80-15,40 40 0,-40 40-1,0 0 1,-40-40-16,-80 41 16,40-41-16,-40 0 15,39 0-15,-39-40 16,40 0-1</inkml:trace>
  <inkml:trace contextRef="#ctx0" brushRef="#br0" timeOffset="707607.4251">19863 15961 0,'0'40'47,"0"1"-31,40-1-16,-40 0 15,40 0-15,-40 0 16,40-40-16,-40 40 0,0 0 15,0 0 1</inkml:trace>
  <inkml:trace contextRef="#ctx0" brushRef="#br0" timeOffset="707841.5602">19983 15681 0,'-40'0'16,"80"0"-16,-80-41 0,0 1 16,0 40-16,40-40 15,0 120 16</inkml:trace>
  <inkml:trace contextRef="#ctx0" brushRef="#br0" timeOffset="708136.2331">20184 15841 0,'0'0'0,"80"0"16,-40 40 0,40 40-1,0 1 1,-39 39-1,-1-40 1,-40-40 0,40-40-1</inkml:trace>
  <inkml:trace contextRef="#ctx0" brushRef="#br0" timeOffset="708358.8803">20665 15961 0,'-80'0'47,"160"0"-47,-160 40 16,40 1-1,0-1-15,-1 0 16,1 0-16,0 0 15,40 0-15,-40 0 16,0 0-16</inkml:trace>
  <inkml:trace contextRef="#ctx0" brushRef="#br0" timeOffset="709091.3894">21066 16001 0,'40'0'47,"1"0"-47,-1 0 15,0 0 1,0 0-16,0 0 0,0 0 16,0 0-16,0 0 15,-40-40 1,0 0-16,0 0 15,-80 40 1,40 0 0,0 0-16,40 40 0,-40-40 15,40 40-15,-40-40 0,40 40 0,-40 1 16,40-1-16,0 0 0,0 0 16,40-40-16,-40 40 0,80-40 15,-80 40-15,40-40 0,0 0 0,0 0 16,0 0-16,1 0 0,-1 0 15,40 0-15,-40 0 0,0-40 0,0 40 16,0-40-16,41 40 0,-81-40 0,40 40 16,0-40-16,0 0 0,-40-1 0,40 1 15,-40 0-15,0 0 0,0 0 16,0 0-16,0 0 0,-40 0 16,40 0-16,-40 40 15,40-41 1,0 82 31,0-1-32,0 0-15,0 0 0,0 0 16,0 0-16,0 0 0,0 0 0,0 0 16,0 1-16,0-1 0,0 0 0,0 0 15,0 0-15,0 0 0,40 0 0,-40 0 16,40-40-16,-40 40 0,40-40 0,-40 40 15,41-40-15</inkml:trace>
  <inkml:trace contextRef="#ctx0" brushRef="#br0" timeOffset="709719.3244">23153 15841 0,'0'-40'0,"40"40"15,0-40 1,0 40-16,0 0 0,41-40 16,-41 40-16,0 0 0,40 0 0,0-40 15,-39 40-15,39 0 0,-40 0 0,0-41 16,40 41-16,-40 0 0,1 0 0,-1 0 15,0 0-15</inkml:trace>
  <inkml:trace contextRef="#ctx0" brushRef="#br0" timeOffset="709913.9298">23474 16122 0,'-40'40'15,"80"-80"-15,-40 80 16,40-40-16,121 0 16,79-40-1,-79 0 1,-121 40-16,40-40 0</inkml:trace>
  <inkml:trace contextRef="#ctx0" brushRef="#br0" timeOffset="711167.6515">27005 15360 0,'0'40'125,"0"0"-110,0 0-15,0 0 16,0 0-16,40-40 0,-40 40 0,0 0 16,0 1-16,0-1 0,0 0 15,0 0-15,0 0 0,0 0 16,0 0-16,-40-40 16</inkml:trace>
  <inkml:trace contextRef="#ctx0" brushRef="#br0" timeOffset="711523.8336">26845 15320 0,'40'0'0,"0"0"15,-40-40 1,40 40-1,0 0-15,-40-41 0,40 41 16,0 0-16,0 0 16,1 0-16,-1-40 0,0 40 15,0 0-15,0 0 16</inkml:trace>
  <inkml:trace contextRef="#ctx0" brushRef="#br0" timeOffset="711783.6307">26764 15921 0,'40'0'31,"1"0"-31,-1 0 16,0 0-16,0 0 0,0 0 15,0 0-15,-40-40 0,40 40 0,0 0 16,1-40-16</inkml:trace>
  <inkml:trace contextRef="#ctx0" brushRef="#br0" timeOffset="712143.1734">27767 14919 0,'0'0'0,"0"-41"16,-40 41-16,40 41 47,0-1-47,0 0 16,0 0-16,0 0 15,0 0-15,0 0 0,0 40 0,0-39 16,0-1-16,-40 40 0,40-40 0,0 0 15,0 40-15,0-40 0,0 0 0,0 1 16,0-1-16,0 0 0,0 0 0,0 0 16,0 0-16,0 0 15</inkml:trace>
  <inkml:trace contextRef="#ctx0" brushRef="#br0" timeOffset="712432.2326">28088 15440 0,'0'-40'0,"-40"40"15,40 40 16,0 0-31,0 80 16,40 41 0,-40-41-1,-40-40 1,40-40-16,0 1 16,0-1-1</inkml:trace>
  <inkml:trace contextRef="#ctx0" brushRef="#br0" timeOffset="712731.8744">28008 15681 0,'0'0'0,"0"-81"15,40 1 1,41 0 0,39 80-1,0 40 1,-80 40 0,-40 41-1,-40-81-15,-80 40 16,80-40-16,0 0 0,-41 0 15,-79 40 1,120-80-16</inkml:trace>
  <inkml:trace contextRef="#ctx0" brushRef="#br0" timeOffset="713459.4634">28650 15280 0,'0'40'31,"0"0"-15,-40-40-16,40 40 16,0 0-16,0 0 0,0 0 15,0 0-15,0 0 16,0 0-16,0 1 16,0-1-16,0 0 0,40 0 15,-40 0-15,0 0 0,0 0 16,40 0-1</inkml:trace>
  <inkml:trace contextRef="#ctx0" brushRef="#br0" timeOffset="713820.4002">28650 15440 0,'0'0'0,"-40"-80"16,0 0 0,40-1-1,40 81 1,40 0-1,-40 0 1,1 81 0,-1-41-16,-40 40 15,0-40-15,0 0 0,-40 0 16,-81 40 0,1-40-1,80-40-15</inkml:trace>
  <inkml:trace contextRef="#ctx0" brushRef="#br0" timeOffset="714047.4118">29052 15280 0,'0'0'0,"40"0"31,-40 40-31,0 0 0,40-40 16,-40 40-16,0 0 16,40 0-16,-40 0 0,0 0 15,0 0-15,40 0 16</inkml:trace>
  <inkml:trace contextRef="#ctx0" brushRef="#br0" timeOffset="714215.5377">29052 15119 0,'0'-40'15,"0"80"-15,-41-80 0,41 0 16</inkml:trace>
  <inkml:trace contextRef="#ctx0" brushRef="#br0" timeOffset="714464.217">29413 15199 0,'40'0'16,"0"0"0,-40 40-16,40-40 0,-40 41 0,80-41 15,-80 40-15,40-40 0,-40 40 0,41-40 16,-1 40-16,-40 0 0,40-40 0,-40 40 16,40 0-16,-40 0 15,40 0-15,0-40 31</inkml:trace>
  <inkml:trace contextRef="#ctx0" brushRef="#br0" timeOffset="714670.0235">29814 15320 0,'0'-121'15,"0"242"-15,0-282 0,0 201 31,0 0-15,-40 41-16,-40 39 16,-1 0-1,41 1 1,0-81 0</inkml:trace>
  <inkml:trace contextRef="#ctx0" brushRef="#br0" timeOffset="715042.4298">30015 15480 0,'0'-40'0,"40"40"15,0-40-15,80-40 16,-80 80-16,0-81 15,1 81-15,-41-40 16,0 0 0,-41 40-1,-39 0 1,0 40 0,40 41-1,0 39 1,40-80-16,0 40 15,40-80 1,0 40-16,80-40 16,1 0-1,-41-80 1,-40 40 0</inkml:trace>
  <inkml:trace contextRef="#ctx0" brushRef="#br0" timeOffset="715595.8004">30616 14758 0,'0'40'62,"0"0"-62,0 0 16,0 1-16,0 39 0,41-40 0,-41 0 16,0 0-16,0 0 0,0 40 0,0-39 15,0-1-15,0 0 0,0 0 0,40 0 16,-40 0-16,0 0 0,0 0 15</inkml:trace>
  <inkml:trace contextRef="#ctx0" brushRef="#br0" timeOffset="716011.584">31058 14638 0,'0'0'16,"0"40"31,0 0-47,40 0 0,-40 0 16,40 40-16,-40-39 0,40-1 0,-40 40 15,40 0-15,-40-40 0,0 40 0,0 1 16,0-41-16,0 40 0,0-40 0,0 40 15,-40-40-15,40 0 0,-40 41 0,0-41 16,0 0-16,0 0 0,0-40 16,-1 40-16,1 0 0,0-40 0,0 0 15,0 40-15,0-40 0</inkml:trace>
  <inkml:trace contextRef="#ctx0" brushRef="#br0" timeOffset="716747.7413">26323 15239 0,'0'41'47,"-40"-1"-47,40 0 0,0 0 0,-40 0 16,40 0-16,-40 0 0,40 40 0,0 1 15,0-41-15,-41 40 0,41 0 0,0-40 16,0 40-16,0 1 0,0-41 0,41 0 15,-1 40-15,0-40 0,0 0 0,40-40 16,-40 40-16,41-40 0,-1 40 0,-40-40 16,40 0-16,0 0 0</inkml:trace>
  <inkml:trace contextRef="#ctx0" brushRef="#br0" timeOffset="717426.6406">31339 13996 0</inkml:trace>
  <inkml:trace contextRef="#ctx0" brushRef="#br0" timeOffset="717743.5817">31339 13996 0,'0'-40'110,"0"80"-1,0 0-93,0 40-1,40-39-15,-40-1 16,40-40-16,-40 40 0,40 0 0,-40 0 15,0 0-15,40-40 0,-40 40 0,0 0 16,0 0-16,0 1 16</inkml:trace>
  <inkml:trace contextRef="#ctx0" brushRef="#br0" timeOffset="718251.9359">31941 14036 0,'40'0'0,"-80"0"93,-1 40-77,41 0 0,0 1-16,0-1 15,0 0-15,-40-40 0,40 40 0,0 0 16,0 0-16,-40 0 0,40 0 0,0 0 15,-40-40-15,40 41 0,0-1 0,-40 0 16,40 0-16,0 0 0,-40-40 0,40 40 16,0 0-16,0 0 0</inkml:trace>
  <inkml:trace contextRef="#ctx0" brushRef="#br0" timeOffset="720703.5973">31900 14558 0,'41'0'94,"-1"40"-78,0 0-1,-40 0-15,40-40 0,-40 40 0,40 0 16,-40 0-1,0 0-15,40-40 0,-40 40 0,0 1 16,0-1 0,-40 0-1,40-80 32,0 0-31,0-1-16,0 1 15,0 0 1,40 40-16,-40-40 0,40 0 16,-40 0-16,40 40 0,-40-40 15,41 40-15,-41-40 16,40 40-16,0 0 16,0 0-16,0 0 15,0 0-15,0 0 16,0 0-1,1 0 32,-82 0 406,1 0-421,40-40-32,-40 40 15,0 0 17,0 0-17,0 40-15,0-40 16,0 0-1,40 40-15,-41-40 16,41 40-16,-40-40 16,40 40-16,-40 0 15,40 0 17,-40-40-17,40 40 1,0 0-1,-40-40 1,40 41-16,0-1 31,0 0 1,0 0 14,0-80 64,0 0-110,0 0 15,0-1 1,-40 41 62,40-40-78,0 0 16,-40 40-1,40-40 1,0 0 0,0 0-1,-40 40 1,40-40 0,0 0 93,-41 40-78</inkml:trace>
  <inkml:trace contextRef="#ctx0" brushRef="#br0" timeOffset="732935.2262">15970 17325 0,'0'40'93,"-40"-40"-77,80 0 203,0 0-219,1 0 15,-41 40-15,40-40 0,0 40 16,0-40-16,0 40 16,-40 0-16,40-40 15,0 41-15,-40-1 0,0 0 16,40-40-16,-40 40 15,0 0-15,41 0 16,-41 0-16,0 0 16,0 0-1,0 0 1,0 1-16,-41-41 16,41 40-16,-40-40 15,40-40 32,40 40-47,-40-41 0,41 1 16,-41 0-16,40 40 0,-40-40 0,40 40 15,-40-40-15,0 0 0,0 0 16,40 40-16,-40-40 0,0 0 0,0 0 16,40 40-16,-40-41 0,0 1 0,40 0 15,-40 0-15,0 0 16,40 40-16,-40-40 15,40 0-15,1 0 16,-1 40 0,-40-40-16,40 40 0,0 0 15,-40-41-15,40 41 16,0 0 15</inkml:trace>
  <inkml:trace contextRef="#ctx0" brushRef="#br0" timeOffset="733327.3446">17054 17525 0,'0'41'32,"40"-41"30,0 0-46,0-41-16,0 41 15,0 0-15,0-40 0,1 40 16,-1 0-16,0-40 0,0 40 16,0 0-16,0 0 15,-40-40-15,40 40 0,0 0 16</inkml:trace>
  <inkml:trace contextRef="#ctx0" brushRef="#br0" timeOffset="733619.3522">17214 17846 0,'-40'0'15,"80"0"-15,-120 0 16,120 0 31,0 0-47,0 0 16,0 0-16,1 0 15,-1 0-15,0 0 0,0 0 16,0 0-16,0-40 0,0 40 15,0-40-15,1 40 0,-1 0 16,0 0-16,-40-40 0,40 40 0,0 0 16</inkml:trace>
  <inkml:trace contextRef="#ctx0" brushRef="#br0" timeOffset="734192.5032">18418 17285 0,'0'-40'16,"-40"40"15,40 40-15,-40-40-16,0 40 15,0-40-15,-1 40 16,41 0-16,-40-40 0,0 40 16,40 0-16,-40-40 0,40 40 15,-40-40-15,40 41 16,0-1-16,0 0 15,40-40 1,-40 40-16,80-40 0,-40 0 16,1 0-1,-1 0-15,0 0 16,-40-40-16,40 40 0,0-40 16,0 40-1,-40-40-15,40-1 0,-40 1 16,40 0-16,-40 0 15,0 0-15,0 0 16,0 0 0,-40 0-16,0 40 15,40-40-15,-40 40 16,0 0-16,0 0 16,40 40-16,-40-40 0,40 40 15,-40-40-15,40 40 0,-41-40 0,41 40 16</inkml:trace>
  <inkml:trace contextRef="#ctx0" brushRef="#br0" timeOffset="743397.4913">32181 15199 0,'-40'0'0,"0"0"16,40-40 46,0 0-46</inkml:trace>
  <inkml:trace contextRef="#ctx0" brushRef="#br0" timeOffset="762976.3373">18940 17445 0,'0'0'0,"0"40"93,0 0 1,-40-40-78,40 41-16,-41-41 15,41-41 64,41 41-64,-82 0 48,1 0-63,40 41 15,-40-41-15,40-41 47,40 1-31,0 40-16,-40-40 0,41 40 31</inkml:trace>
  <inkml:trace contextRef="#ctx0" brushRef="#br0" timeOffset="763427.5468">19461 17124 0,'0'40'125,"0"1"-109,0-1-1,0 0-15,0 0 0,0 0 16,0 0-16,0 0 0,0 0 0,0 0 16,0 1-16,0-1 0,0 0 0,0 0 15</inkml:trace>
  <inkml:trace contextRef="#ctx0" brushRef="#br0" timeOffset="769383.6143">32141 14959 0,'-40'0'93,"80"-40"79</inkml:trace>
  <inkml:trace contextRef="#ctx0" brushRef="#br0" timeOffset="809988.3656">21387 16924 0,'0'-40'0,"40"40"187,1 0-171,-1 0 0,0 0-1,0 0-15,0 0 16,0 0-16,0 0 16,0 0-16,1 0 15,-1 0-15,0 80 16,0-40-16,0 0 15,-40 0-15,0 0 0,40-40 16,-40 40-16,0 1 0,40-1 0,-40 0 16,0 0-16,0 0 0,0 0 15,0 0-15,0 0 16,0 0-16,0 1 0,-40-41 16,40 40-16,0 0 15,-40-40-15,40-40 63,0 0-63,0-1 15,0 1-15,0 0 16,0 0-16,0 0 16,40 0-16,-40 0 0,0 0 0,40 40 15,-40-40-15,41-1 0,-1 1 16,-40 0-16,40 40 0,-40-40 0,40 0 15,-40 0-15,40 0 0,-40 0 16,40 40-16,-40-40 0,40 0 16,0 40-16,-40-41 0,41 41 15,-1 0-15,-40-40 16,40 40-16,0 0 16,0 0-16,0 0 15,0 0 16,-40 40 94,-40-40-109,40 41 0</inkml:trace>
  <inkml:trace contextRef="#ctx0" brushRef="#br0" timeOffset="810791.498">23795 16683 0,'40'0'16,"-80"0"109,0 0-110,0 40-15,0-40 16,-1 0-16,1 0 0,40 40 16,-40-40-16,0 41 0,-40-41 0,40 40 15,0-40-15,-1 40 0,1 0 0,0-40 16,0 40-16,0 0 0,0-40 16,0 40-16,0-40 0,40 40 0,-41-40 15,1 40-15,0-40 16,40 40-1,40-40 64,0 0-79,1 0 15,-1 0 1,0 0-1,0 0-15,0 0 16,-40 41-16,40-41 0,0 0 16,0 0-16,-40 40 0,41-40 15,-1 40 1,0-40-16,-40 40 0,40-40 16,0 40-16,0-40 15,-40 40-15,40-40 0,0 40 16,1-40-1,-41 40 1,40-40-16,0 0 16,0 0-1,0 0-15,-40-40 16,40 40-16,-40-40 16,40 40-16</inkml:trace>
  <inkml:trace contextRef="#ctx0" brushRef="#br0" timeOffset="811806.8058">24357 16844 0,'0'0'0,"0"40"0,-40-40 16,-1 0-16,41 40 15,41-40 16,-1 0-15,-40-40 0,40 40-16,-40-40 0,40 40 15,-40-40 1,0-1-16,0 1 16,40 0-16,-40 0 15,0 0 1,0 0-16,0 0 15,-40 40 17,40 40-1,0 0-15,0 0-1,0 0-15,0 0 16,0 0-16,0 1 15,0-1-15,0 0 0,0 0 16,0 0-16,0 0 0,40-40 16,-40 40-16,0 0 0,0 0 15,40-40-15,-40 40 0,0 1 16,40-41-16,-40 40 0,0 0 16,0 0-1,0 0-15,0 0 31,-40-40-31,0 0 32,0 0-17,40 40-15,-40-40 0,0 0 16,0 0 0,-1 0-16,1 0 15,80 0 32,1 0-31,-1 0-1,0 0-15,0 0 16,0-40-16,0 40 0,0 0 16,0 0-16,1 0 0,-1-40 15,0 40-15,0 0 0,0 0 16,0 0-1,0 0-15,0 0 32,-80-40 15,0 40-32</inkml:trace>
  <inkml:trace contextRef="#ctx0" brushRef="#br0" timeOffset="834947.5664">24838 16563 0,'-40'0'468,"0"0"-436,0 0-17,0 0 1,0 0 0,-1 0-1,1 0 16,0 0-15,40 40-16,-40-40 16,0 40-1,0-40 1,40 40 0,0 0-1,0 0-15,0 1 16,0-1-1,0 0-15,0 0 16,0 0-16,0 0 16,0 0-16,0 0 15,0 0 1,40 0 0,-40 1-1,0-1 1,40 0-1,-40 0-15,0 0 16,0 0-16,0 0 16,0 0-1,40-40 17,-40 40-32,40-40 15,-40 41 1,40-41-16,1 0 15,-41 40 1,40-40-16,0 40 31,0-40 1,0 0-17,-40-40 1,40 0-1,0 40 1,-40-41-16,40 1 16,1 0 15,-41 0-15,40 40-1,-40-40 1,0 0-1,0 0 1,0 0-16,0 0 16,0-1-16,0 1 15,0 0 1,0 0 0,0 0-1,0 0 1,0 0-1,0 0 1,0 0-16,0 0 16,0-1-1,0 1 1,0 0 0,-40 40-1,40-40-15,0 0 31,-41 40-31,41-40 32,-40 40-17,0-40 17,0 0-1,40 80 31,-40-40-46,0 0 0,0 0-1,40 40-15,-40-40 16,-1 0-16</inkml:trace>
  <inkml:trace contextRef="#ctx0" brushRef="#br0" timeOffset="836531.4805">26122 16844 0,'0'0'0,"0"40"16,-40-40-16,40-40 31,0 0-31,0-1 16,0 1-1,40 40-15,-40-40 16,40 40 15,-40 40-15,41-40-16</inkml:trace>
  <inkml:trace contextRef="#ctx0" brushRef="#br0" timeOffset="836753.3067">26203 17726 0,'-41'0'16,"82"0"-16,-122 40 0,41-40 15,40 40-15,0 0 31,0 0-15,0 0 0</inkml:trace>
  <inkml:trace contextRef="#ctx0" brushRef="#br0" timeOffset="838327.1576">21468 18287 0,'40'0'16,"0"-40"15,0 40-31,-40-40 15,40 40 1,0 0 31,0 0-31,0 0-16,1 0 15,-1 40-15,0-40 0,0 40 0,0 1 16,0-41-16,0 0 15,-40 40-15,41-40 0,-41 40 0,40 0 16,0 0-16,0 0 16,-40 0-1,0 0 1,0 0-16,0 0 16,-40-40-1,40 41 1,0-82 15,0 1-15,0 0-16,0 0 15,0 0-15,0 0 16,40 40-16,-40-40 0,0 0 0,40 40 16,-40-40-16,0 0 0,40-1 15,0 1-15,-40 0 0,40 40 16,-40-40-16,41 40 0,-1-40 15,0 40-15,0-40 16,0 40 0,0 0-16,0 0 31,-40 40-31,40-40 16,1 0-1,-1 0 1,0 0-16</inkml:trace>
  <inkml:trace contextRef="#ctx0" brushRef="#br0" timeOffset="839031.354">22952 18167 0,'0'40'15,"0"-80"-15,40 80 32,1-40-17,-1 0 17,0 0-32,0 0 15,0 0-15,-40 40 16,40-40-16,-40 40 0,40-40 0,0 0 15,-40 41-15,41-41 0,-1 0 16,0 0-16,0 0 16,0 0-16,0 0 15,0 0-15,0 0 0,1 0 16,-41 40 31,0 0-32,0 0 1,-41 0 15,1-40-31,0 0 16,0 40-16,0-40 0,0 0 16,0 40-1,0-40-15,-1 0 0,41 40 16,-40-40-16,40 40 0,-40-40 15,0 40-15,0 1 16,0-1 0,0-40-1,40 40-15,0-80 94,40 40-63,-40-40-15,40 40-16,-40-41 0</inkml:trace>
  <inkml:trace contextRef="#ctx0" brushRef="#br0" timeOffset="839759.7544">24317 18207 0,'40'0'15,"-80"0"48,-1 0-48,1 0 1,0 0-16,0 40 16,0-40-16,0 40 15,0-40-15,40 41 0,-40-41 16,40 40-16,-41-40 0,41 40 16,0 0-1,0 0-15,41-40 16,-41 40-1,40-40-15,-40 40 0,40-40 16,0 0-16,-40 40 0,40-40 16,0 40-16,0-40 15,0 0-15,1 0 16,-1-40 0,-40 0-1,40 40-15,-40-40 16,40 0-16,0 40 15,-40-40-15,0 0 16,40 40 0,-40-40-16,0 0 31,0-1-31,0 1 16,-40 40-1,40-40-15,-40 40 16,0 0-16,0 0 15,0 0-15,-1 0 16,1 0-16,40 40 0,-40-40 0,0 0 16,0 40-16,0-40 0,0 0 0,0 0 15,-1 0-15</inkml:trace>
  <inkml:trace contextRef="#ctx0" brushRef="#br0" timeOffset="856863.5424">27567 16884 0,'40'-40'0,"0"40"16,-40-40-16,0 80 172,40-40-172,0 40 15,-40 0 1,0 0-16,0 0 15,0 0-15,0 0 16,-40-40-16,40 40 0,0 0 31,-40-40-31,40-40 47,0 0-47,0 0 16,40 40-16,-40-40 0,40 40 0,0-40 15,1 0-15,-1 0 0,0 0 16,0 40-16,0-40 0,0-1 0,0 1 16,0 40-16,1-40 0,-1 40 15,-40-40-15,40 40 16,0 0 0,0 0 30,0 0-30</inkml:trace>
  <inkml:trace contextRef="#ctx0" brushRef="#br0" timeOffset="857091.1415">28570 16723 0,'-40'0'16,"40"-40"0,40 40-16,0 0 15,0 0 1,81-40 0,-41 40-1,0 0 1</inkml:trace>
  <inkml:trace contextRef="#ctx0" brushRef="#br0" timeOffset="857302.2929">28409 17044 0,'0'0'15,"41"0"1,-1 0 0,40 0-1,-40 0 1,40 0 0,-80-40-16</inkml:trace>
  <inkml:trace contextRef="#ctx0" brushRef="#br0" timeOffset="857740.0491">29573 16924 0,'-40'0'0,"80"0"31,40 0-15,-39 40 15,-1-40-31,0 0 16,0 0-1,0 0 1,0 0-16,0 0 16</inkml:trace>
  <inkml:trace contextRef="#ctx0" brushRef="#br0" timeOffset="858298.7813">30295 16563 0,'-40'0'0,"0"0"31,40 40 32,0 40-48,40-80-15,-40 40 0,0 0 0,0 1 16,0-1-16,0 0 16,0 0-16,0 0 15,0 0-15,0 0 31,40-40-31,-40-40 32,41 40-32,-1-40 15,-40 0 1,40 0-16,0 40 0,0-40 16,-40 0-16,40 40 0,0-41 0,-40 1 15,40 0-15,1 40 0,-41-40 0,40 0 16,0 0-16,0 40 15,0 0 1</inkml:trace>
  <inkml:trace contextRef="#ctx0" brushRef="#br0" timeOffset="858681.8857">30857 16723 0,'-40'40'32,"80"-80"-32,0 80 0,0-40 15,1 0-15,39 0 16,40-40-1,-40 0 1,1 0 0,-41 0-1,0 0 1,-40 0 0,-80 40-1,-41 0 1,81 0-16,-40 40 15,40-40-15,0 80 16,0 0 0,160-40-1,0 1 1,-39-1 0,-1-40-1</inkml:trace>
  <inkml:trace contextRef="#ctx0" brushRef="#br0" timeOffset="859859.9184">26042 18167 0,'40'0'79</inkml:trace>
  <inkml:trace contextRef="#ctx0" brushRef="#br0" timeOffset="860116.0838">26002 18448 0,'-40'0'16,"80"0"-16,-160 40 16,79-40-16,41 40 0,-40-40 15,40 40 1,0 0 0,0 0-1,-80 0 1,40 1-1,0-41 1,0 40 0</inkml:trace>
  <inkml:trace contextRef="#ctx0" brushRef="#br0" timeOffset="861607.4472">27607 18127 0,'0'0'0,"40"0"31,0 0-15,0 0-16,0 0 16,1 0-16,-1 0 15,-40 40 1,40-40-16,0 40 16,0 0-16,-40 0 15,40-40-15,0 41 16,-40-1-16,40-40 15,-40 40-15,0 0 32,-40-40-32,0 0 15,40-40 32,0 0-31,40 40-16,-40-40 15,40-1-15,1 1 0,-1 0 16,0 40-16,-40-40 0,40 40 16,0-40-16,0 40 0,0-40 15,0 40-15,1 0 16,-1 0-16,0-40 0,0 40 16,0 0-16,0 0 15,-40 40 32</inkml:trace>
  <inkml:trace contextRef="#ctx0" brushRef="#br0" timeOffset="861851.5473">28851 18207 0,'0'0'0,"0"-40"16,120 40-1,-80 0-15,41 0 16,-41 0-16,40-40 16,40 40-1,-79 0 1</inkml:trace>
  <inkml:trace contextRef="#ctx0" brushRef="#br0" timeOffset="862052.1029">28931 18408 0,'-40'40'16,"80"-80"-16,-40 80 31,40-40-15,0 0-16,1 0 0,-1 0 0,0 0 15,0 0-15,0 0 0,0 0 16,0 0-16,0 0 16,1 0-16,-41-40 0,40 40 0,0 0 15</inkml:trace>
  <inkml:trace contextRef="#ctx0" brushRef="#br0" timeOffset="862399.9198">29974 18328 0,'0'0'0,"-40"-41"0,80 41 47,1 0-47,39 0 15,-40 0-15,0 0 0,0 0 16,0-40-16,0 40 0,1 0 15,-1 0-15,0 0 0,0 0 0,0 0 16,0 0-16,0 0 16,-40-40-16,40 40 0,1 0 15,-1-40 1</inkml:trace>
  <inkml:trace contextRef="#ctx0" brushRef="#br0" timeOffset="862667.2958">30336 18047 0,'-41'0'15,"82"0"-15,-122-40 32,121 80-17,-40 0 1,0 0-16,0 0 0,0 0 15,0 0-15,0 0 16,0 1 0,0-1-16,0 0 0,0 0 15,0 0-15,41 0 16</inkml:trace>
  <inkml:trace contextRef="#ctx0" brushRef="#br0" timeOffset="863124.1407">30897 18087 0,'0'0'0,"0"-40"16,81 40-1,-41 0 1,0 40 0,-40 0-16,0 0 15,0 0-15,0 0 0,0 0 16,0 41 0,0-1-1,0-120 16,40 0 1,-40 0-32,40 40 0,-40-41 0,40 1 15,0 0-15,-40 0 0,0 0 16,40 0-16,-40 0 16,41 40-16,-41-40 15,40 40 1,0 0 15,-40 40-15</inkml:trace>
  <inkml:trace contextRef="#ctx0" brushRef="#br0" timeOffset="863538.7939">31459 18247 0,'161'0'31,"-322"0"-31,362 0 0,39 0 31,-199-40-31,-1 40 0,-40-40 16,80 0 0,-80 0-1,0 0 1,-40 40-16,0 0 15,-41 0-15,41 0 16,-40 80-16,40-80 16,40 40-16,-40 0 0,40 40 15,40-39 1,161-1 0,-41-40-1,-40 0 1,-120-40-1,41 40-15,-41-41 16,-41 41 15,41-40-31,-40 40 16,0 0-16,0 0 16,0-40-16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4-09-30T07:14: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7865 2406 0,'-40'-40'62,"0"40"-46,40-40-16,-41 40 15,41 80 17,0-40-32,0 0 0,0 0 15,0 40-15,0 0 16,0 1-16,0-1 15,0-40-15,0 0 0,0 0 16,0 0-16,0 0 0,0 1 0,0-1 16,0 0-16,41 0 0,-41 0 0,0 0 15,0 0-15</inkml:trace>
  <inkml:trace contextRef="#ctx0" brushRef="#br0" timeOffset="431.1733">7423 2526 0,'0'-40'16,"0"0"-16,-40 40 15,40-40 1,121 0 0,-1 0-1,-40-1-15,81 1 16,-41 0-16,-40 0 16,-39 40-16,79-40 15,-80 40-15</inkml:trace>
  <inkml:trace contextRef="#ctx0" brushRef="#br0" timeOffset="701.2105">7464 3408 0,'40'0'0,"0"0"31,0 0-15,0 40 0,0-40-16,0 0 15,0-40-15,41 40 16,-41-40-16,0 0 0,0 0 0,40-40 15</inkml:trace>
  <inkml:trace contextRef="#ctx0" brushRef="#br0" timeOffset="1355.9952">8467 2767 0,'0'-40'15,"0"80"-15,0-161 16,40 121 0,40 0-1,-40 0-15,0 0 16,0 0-16,-40 40 0,41-40 16,-41 41-16,40-41 0,-40 40 0,40-40 15,-40 40-15,0 0 0,40 0 16,-40 0-16,0 0 0,0 0 15,0 0-15,0 1 16,0-82 15,0-39-31,40 40 16,-40 0-16,0 0 0,0 0 0,40 0 16,0 0-16,-40-1 0,40 1 0,-40 0 15,41 40-15,-1 0 16,0 0-16,0 40 15,-40 0 1,40-40-16,-40 41 0,0-1 0,40-40 16,-40 40-16,0 0 0,0 0 31,0-80 16,0 0-47,40 0 15,0 0-15,-40-1 0,0 1 16,41 40-16,-1-40 16,0 40-1,0 0 1,-40 40-16,40-40 0,-40 40 16,0 1-16,0-1 15,0 0-15,0 0 16,0 0-16,0 0 0,0 0 15,0 0-15,-40 0 0,40 1 16,0-1-16,0 0 0</inkml:trace>
  <inkml:trace contextRef="#ctx0" brushRef="#br0" timeOffset="1780.0755">10152 2646 0,'-80'0'16,"160"0"-16,-200-40 0,79 40 16,1 0-16,0 0 0,0-40 31,40 120-15,0 41-1,0-41 1,40-80-16,0 40 15,0-40 1,-40-40 0,41 40-16,-41-40 0,0 0 0,40 0 15,-40-1-15,0 1 16,0 0-16,0 0 16,0 80 15,0 0-16,40 0-15,-40 1 16,40-1-16,0 0 0,0 0 16,-40 0-16,40-40 15,-40 40-15,40-40 0,-40 40 0,41-40 16,-1 0-16,0 0 16</inkml:trace>
  <inkml:trace contextRef="#ctx0" brushRef="#br0" timeOffset="2424.2013">10674 2606 0,'0'0'15,"0"-40"-15,0 0 0,0 0 16,0 80 15,0 0-31,0 0 16,0 0-16,40 0 15,0-40-15,0 0 16,0 0 0,-40-40-1,0 0-15,0 0 16,0 0-16,-40 40 16,40-40-16,-40 40 0,40-40 15,0 80 48,0 0-63,0 40 0,40-40 15,-40 0-15,0 1 16,0-1-16,0 40 0,0-40 0,0 40 16,0 0-16,0-39 0,0 39 0,0 0 15,0 0-15,0 0 0,-40 1 0,40-1 16,0 0-16,0-40 0,-40 40 0,40-40 15,0 1-15,0-1 0,0 0 0,0 0 16,-40-40-16,40 40 0,-41 0 16,1-40-1,0 0 1,40-40-16,-40 40 0,0-40 16,40 0-1,-40 0-15,40 0 0,0-1 0,-40 1 16,40 0-16,0 0 0,0-40 0,0 40 15,0-40-15,40 39 0,-40-39 0,80 40 16,-80 0-16,40-40 0,0 40 0,0 0 16,1 0-16,-1 40 0,0-41 0,0 41 15,0-40-15,0 40 0,0 0 0,1-40 16,-1 40-16,0 0 0,0 0 16,0 0-16,0 0 15</inkml:trace>
  <inkml:trace contextRef="#ctx0" brushRef="#br0" timeOffset="2772.9715">11316 3088 0,'0'0'15,"40"-41"1,40 1-16,-40 0 16,40 0-16,-39 0 15,-1 0-15,0 0 0,40-40 16,-80 39-1,-40-39 1,0 80 0,0 0-1,0 40 1,-1 0-16,41 1 16,-40-41-16,40 40 0,-40 80 15,40-40 1,161-40-1,-81-40 1,-40 0-16,40 0 16,-40 0-16,1 0 15,-1-40-15,40 40 16</inkml:trace>
  <inkml:trace contextRef="#ctx0" brushRef="#br0" timeOffset="3428.5593">13523 2927 0,'-41'0'47,"41"-40"-16,41 40-15,-41-40-1,0 0-15,0 0 0,40 0 16,-40-1-16,0 1 0,0 0 16,40-40-16,-40 40 0,0 0 0,0 0 15,0-40-15,0 39 0,0 1 0,0-40 16,0 40-16,0 0 0,0 0 0,-40 40 0,40-40 16,-40 40-1,40 40 1,-41 0-1,41 0-15,0 0 0,0 0 0,0 0 16,0 0-16,0 1 0,0-1 0,0 0 16,0 0-16,0 0 0,0 0 0,41 0 15,-41 0-15,40 0 0,-40 0 0,40 1 16,-40-1-16,40 0 0,0 0 16,0-40-16,-40 40 0,40-40 15</inkml:trace>
  <inkml:trace contextRef="#ctx0" brushRef="#br0" timeOffset="3998.986">13563 2646 0,'-40'0'0,"80"0"0,-40 0 31,0-40-31,40 40 16,0 0-16,0 0 0,0 0 0,-40-40 15,40 40-15,0 0 0,1 0 0,-1-40 16,0 0-16,0 40 16,-40-40-16,40 0 0,-40 0 15,0 0-15,0-1 16,40 1-16,-40 0 16,0 0-16,0 0 0,0 0 15,0 0-15,0 0 16,0 80 15,0 0-15,0 0-16,0 0 0,0 0 0,-40 0 15,40 0-15,0 1 0,0-1 16,0 0-16,0 0 0,0 0 0,0 0 16,0 0-1,0 0-15,0 0 16,40-40-1,-40-40 1,40 40-16,-40-80 0,40 80 16,-40-40-16,41 0 0,-1 0 15,0 0-15,0 80 47,-40 0-47,40 0 16,-40 0-16,40 0 0,-40 0 15,40 0 1,0 0-16,1-40 16,-41 41-16,40-41 0,0 0 15</inkml:trace>
  <inkml:trace contextRef="#ctx0" brushRef="#br0" timeOffset="4655.7408">14566 2606 0,'-40'0'0,"80"0"0,-40 0 47,40 0-31,-40-40-16,40 40 0,0 0 15,0 0-15,1-40 0,-1 40 16,0 0-16,-40-40 15,40 40-15,-40-40 0,40 40 16,-40-40-16,0 0 16,-40 40-1,40-40 1,-40 40-16,0 0 16,0 0-1,-1 0-15,1 40 16,0-40-1,40 40 1,0 0-16,0 0 16,40-40-16,-40 40 0,40-40 15,-40 40-15,41-40 0,-1 40 0,0 0 16,0-40 0,0 0-1,-80 0 16,0 0-15,40-40-16,-40 40 16,40-40-16,-40 40 15</inkml:trace>
  <inkml:trace contextRef="#ctx0" brushRef="#br0" timeOffset="5435.5194">14526 2727 0,'40'-41'62,"0"41"-46,-40-40-16,40 0 0,-40 0 15,40 40 1,-40-40-16,40 40 0,-40-40 16,0 0-16,41 40 0,-41-40 15,0 0-15,0 0 16,0-1-1,-41 41 1,1 0 31,40 41 15,0-1-46,0 0 0,40-40-1,1 0-15,-41 40 16,40-40-16,0 0 0,0 0 16,0 0-16,0 0 0,0 0 0,41 0 15,-41 0-15,0 0 0,0 0 0,0 0 16,0 0-16,0 0 0,0 0 0,1 0 15,-82 0 32,41 40-31,-40 0 0,40 0-1,-40-40-15,40 40 16,0 0-16,-40-40 15,40 40-15,0 1 16,40-41 0,0 0-1,0 0-15,1 0 16,-1 0-16,0 0 0,0-41 0,0 41 16,0 0-16,0-40 0,0 40 0,1 0 15,-1-40-15,0 40 0</inkml:trace>
  <inkml:trace contextRef="#ctx0" brushRef="#br0" timeOffset="5804.0352">15609 2486 0,'0'0'0,"0"40"0,40-40 31,0 0-16,1 0-15,-1 0 16,0 0-16,0 0 16,0 0-16,-40-40 15,0 0 1,0 0-16,-40 40 16,40-40-16,-40 40 0,0 0 15,0 0 1,-1 0-16,41 40 0,-40-40 15,40 40-15,0 0 16,-40 0-16,40 0 16,0 0-16,40-40 15,-40 40-15,40-40 16,1 0-16,-1 40 0,0-40 16,0 0-16,0 0 15,-40-80-15</inkml:trace>
  <inkml:trace contextRef="#ctx0" brushRef="#br0" timeOffset="6108.195">16091 2326 0,'0'-41'16,"0"82"-16,-40-82 47,40 82-47,0-1 15,0 0-15,0 0 16,0 0-16,40-40 16,-40 40-16,40 0 0,0 0 15,-40 0-15,0 0 16,0 1 0,0-1-16,-40-40 15,40 40-15,-80-40 16,80 40-16,-41-40 0,1 0 15,0 0-15,0 0 0,0 0 16,40-40-16</inkml:trace>
  <inkml:trace contextRef="#ctx0" brushRef="#br0" timeOffset="6624.4272">16612 2326 0,'0'40'47,"0"0"-47,0 0 16,0 0-16,0 0 0,0 0 15,0 0-15,0 0 0,0 0 16,0 1-16,0-1 0,40-40 15,-40 40-15,0 0 0,0 0 16,0 0 15,-80-40-15,80-80-16,0 40 16,-40 40-16,40-40 0,0 0 15,0-1-15,0 1 0,-40 0 16,40-40-16,0 40 0,0 0 0,0 0 15,0 0-15,40 0 0,-40-1 0,0 1 16,40 0-16,-40 0 0,40 40 16,-40-40-16,40 40 0,1 0 15,-41-40-15,40 40 0,0 0 16,0 0-16,0 40 16,0 0-16,-40 40 15,0-40-15,0 1 16,-40-1-16,40 0 0,-40 0 15,0-40-15,0 40 0,0-40 0,40 40 16,-41-40-16,1 40 0,0-40 0,0 0 16,40-40-1</inkml:trace>
  <inkml:trace contextRef="#ctx0" brushRef="#br0" timeOffset="7676.2036">16773 1965 0,'0'-41'31,"-40"41"-31,40-40 16,-40 40-16,40-40 16,-41 40-16,41-40 15,0 0 32,0 80 0,0 0-31,0 0-16,0 0 15,0 41-15,41-41 0,-41 0 0,0 0 16,40 0-16,-40 0 0,0 0 0,0 0 16,0 41-16,0-41 0,0 0 15,0 0-15,0 0 0,0 0 0,0 0 16,0 0-16,-40 0 0,40 1 0,0-1 15,-41 0-15,41 0 0,0 0 16,0 0 0,0-80 15,0 0-31,0 0 16,0 0-16,0 0 0,0-1 15,0 1-15,41 0 0,-41 0 0,40 0 16,-40 0-16,0 0 0,0 0 0,0 0 15,40 0-15,-40-1 0,0 1 16,40 0-16,0 0 16,0 0-1,0 40-15,0 40 32,-40 0-32,41-40 0,-41 40 15,0 41-15,40-81 0,-40 40 16,40-40-16,-40 40 0,40 0 0,0 0 15,-40 0-15,40-40 0,0 40 16,0-40-16,-40 40 0,41-40 16,-1 0-16,0 0 0,0 0 15,0 0-15,0 0 16,0 0-16,0-40 16</inkml:trace>
  <inkml:trace contextRef="#ctx0" brushRef="#br0" timeOffset="8019.59">17535 2285 0,'0'-40'0,"40"40"31,0 0-16,1 0-15,-1 40 16,0 1-16,-40-1 16,40-40-16,-40 40 0,0 0 0,0 0 15,0 0-15,0 0 16,-40-40-16,0 40 0,0-40 16,-1 0-16,1 0 0,0 0 15,0 0-15,0-40 16,40 0-16,0 0 15,0 0-15,0 0 0,40 0 16,-40 0-16,80-1 0,-40 1 16,1 0-16,-1 40 0,0-40 15,0 40-15,0-40 16,0 40-16</inkml:trace>
  <inkml:trace contextRef="#ctx0" brushRef="#br0" timeOffset="8292.3699">18498 1724 0,'-40'0'16,"80"0"-16,-120 0 0,80-40 16,0 80 15,0 0-31,0 0 0,0 0 15,0 0-15,40 0 0,-40 1 0,0-1 16,0 40-16,0-40 0,0 0 0,0 0 16,0 0-16,0 41 0,0-41 0,0 0 15,0 0-15,0 0 0,0 0 16,-40 0-16,40 0 0,0 0 16,0 0-1</inkml:trace>
  <inkml:trace contextRef="#ctx0" brushRef="#br0" timeOffset="8968.2923">18980 2326 0,'0'40'0,"0"-80"0,0-41 16,0 41-16,0 0 15,-40 40 1,0 0-1,40 40 1,-81 0 0,81 41-1,0-41 1,40-40-16,1 0 31,-1 0-31,0-40 16,-40-1-16,40 1 0,-40-120 31,40-41-15,-40 81-16,0 40 31,-40 80-15,40 40-1,0 0 1,0 80-16,-40-80 15,40 81-15,0-41 16,0-40-16,40 40 0,80 41 16,41-41 15,-41-80-31,1-40 16,-81 0-1,40-41-15,-40 41 16,-40 0-16,40-40 0,-40 0 15,0 40 1,0 0-16,0 80 47,0 0-47,-40-40 0,40 40 16,0 0-16,0 0 0,0 0 15,0 0-15,0 0 0,0 1 0,0-1 16,40 0-16,-40 0 15</inkml:trace>
  <inkml:trace contextRef="#ctx0" brushRef="#br0" timeOffset="9127.0036">20063 1844 0,'0'-40'0,"0"80"0,-40-80 0,0 0 15,40 0 17,40 40-17</inkml:trace>
  <inkml:trace contextRef="#ctx0" brushRef="#br0" timeOffset="9968.0574">20103 1924 0,'0'0'0,"40"41"15,-40-1 1,41 0-16,-41 0 16,40 0-16,-40 0 15,0 0-15,0 40 16,0-39 0,-40-41-1,40-41 1,40 1-1,-40 0-15,40 0 0,0 0 16,0 40-16,-40-40 16,40 40-16,0 40 15,-40 0 1,81 80 0,-1-79-1,-40-1 1,80-40-1,-120-40-15,81-1 16,-41 1-16,-40 0 16,40-40-16,-40-40 15,-40-1 1,0 161 15,-1 1-15,41-1-1,0 0-15,-40-40 16,40 40 0,0-80 15,40 0-15,-40 80 15,0 0-16,0 0-15,0 0 0,0 0 16,0 0-16,0 0 0,0 1 0,41-1 16,-41 0-16,0 40 0,40-40 0,-40 0 15,0 40-15,0-40 0,40 41 0,-40-1 16,0 0-16,0-40 0,0 40 0,0 1 16,-80-1-16,80-40 0,-41 40 0,41-40 15,-40 0-15,0 0 0,0 1 16,0-41-16,0 0 15,0 0-15,0 0 0,-1-41 0,1 41 16,0-80-16,40 40 0,-40 0 0,0 0 16,0 0-16,40-40 0,0 40 0,0-1 15,0-39-15,0 40 0,80 0 0,-80 0 16,80-40-16,-40 40 0,1 40 0,-1-41 16,0 1-16,40 0 0,-40 40 0,0-40 15,0 40-15,41 0 0,-41 0 0,0 0 16,0 0-16,0 0 0,0 0 15,-40 40 1</inkml:trace>
  <inkml:trace contextRef="#ctx0" brushRef="#br0" timeOffset="11067.1495">21387 3729 0,'0'40'0,"0"-80"0,-80 80 47,40-40-32,-40 0 1,40 0-16,-1 0 0,1 0 0,0 0 16,0 0-16,0 40 0,-40-40 0,40 0 15,-1 0-15,1 41 0,0-41 16,-40 0-16,40 0 0,0 0 0,-41 0 15,41 40-15,-40-40 0,0 0 0,40 40 16,-41-40-16,1 0 0,0 0 0,0 40 16,-41-40-16,41 0 0,0 0 0,-41 0 15,1 0-15,0 0 0,-1 40 0,1-40 16,0 0-16,-1 0 0,1 40 0,-1-40 16,1 0-16,-40 0 0,39 40 0,1-40 15,-1 0-15,1 0 0,0 0 0,-1 40 16,1-40-16,-1 0 0,1 40 0,0-40 15,-1 40-15,1-40 0,-41 41 0,41-41 16,0 40-16,-1-40 0,-39 40 16,39-40-16,-39 0 0,40 40 0,-41-40 15,41 0-15,-41 0 0,1 40 0,-1-40 16,41 0-16,-41 0 0,41 0 0,-41 0 16,41 40-16,0-40 0,39 0 0,-39 0 15,40 0-15,-1 0 0,1 0 0,0 0 16,0 0-16,-1 0 0,1-40 0,40 40 15,-40 0-15,0 0 0,-1-40 0,41 40 16,-40 0-16,0 0 0,40 0 0,-41 0 16,1 0-16,0 0 0,40 0 0,-41 0 15,1 40-15,40-40 0,0 0 16,-40 40-16,40-40 0,-1 0 0,1 0 16,-40 0-16,40 40 0,0-40 0,0 0 15,0 0-15,-1 0 0,1 0 0,0 0 16,-40 40-16,40-40 0,0 0 0,0 0 15,-1 0-15,1 0 0,0 0 0,0 0 16,0 0-16,0 40 0,0-40 16,0 0-16,-1 0 0,1 0 15,0 0-15,0 0 0,0 0 16,0 0-16,-40 0 0,39 0 16,1 0-16,-40 0 0,0 0 0,-1 0 15,1 0-15,0 0 0,0 0 16,-41 0-16,41 0 0,0 0 0,0 0 15,-1 41-15,1-41 0,0 0 0,40 0 16,0 0-16,-1 0 0,1 0 0,0 0 16,0 0-16,0 0 15,0 0-15,0 0 16,0 0 0,-1 0-16,1 0 0,0 0 15,0 0-15,0-41 0,0 41 16,0 0-16,0 0 0,-1 0 0,1 0 15,80 0 64,1 0-64,-1 0 1</inkml:trace>
  <inkml:trace contextRef="#ctx0" brushRef="#br0" timeOffset="18659.6953">11597 6537 0,'0'0'0,"0"-41"0,-41 41 78,41 41-78,0-1 0,0 0 16,0 0-16,0 0 0,0 40 0,0 0 15,0 1-15,0-1 0,0 40 16,0-40-16,0 41 0,0-41 0,0 0 15,0 0-15,0-40 0,0 41 0,0-41 16,0 40-16,0-40 0,0 0 16,0 0-16,0-80 31,-40 40-31,40-40 0,-40 0 16,40 0-16,0-40 0,-40 40 0,40-41 15,-40 1-15,40-40 0,0 40 0,-40-41 16,40 41-16,0-40 0,0 40 0,0-1 15,0 1-15,0 40 0,0-40 0,40 40 16,-40 0-16,40-1 0,0 1 16,0 0-16,0 0 0,1 0 0,-1 0 15,40 0-15,-40 40 0,0-40 0,0 0 16,0 40-16,-40-40 0,41 40 0,-1 0 16,-40 40-1,0 0 1,0 0-16,0 0 0,0 40 15,-40-40-15,40 0 0,-41 41 0,1-41 16,0 0-16,40 0 0,-40 0 0,0 0 16,0 0-16,40 0 0,-40 0 0,40 1 15,0-1-15,-40 0 0,40 0 0,0 0 16,40-40 0</inkml:trace>
  <inkml:trace contextRef="#ctx0" brushRef="#br0" timeOffset="18920.1633">12158 6857 0,'-40'0'0,"120"0"47,-39 0-16,-41 41-31,40-41 0,-40 80 0,0-40 16,0 0-16,40 0 0,-40 0 0,0 0 15,0 0-15,0 0 0,0 1 0,0-1 16,0 40-16,0-40 0,0 0 0,-40 0 16,40 0-16,-40 0 0,40 1 15</inkml:trace>
  <inkml:trace contextRef="#ctx0" brushRef="#br0" timeOffset="19161.5151">12198 6737 0,'0'-40'0,"0"80"0,-40-160 15,40 80-15,0-41 16,40 1 0,1 80-1,-41 40 1,0 0 0</inkml:trace>
  <inkml:trace contextRef="#ctx0" brushRef="#br0" timeOffset="19624.0649">12600 6777 0,'-40'0'16,"80"0"31,40 0-47,-40 80 16,0-80-16,-40 41 0,40-1 15,0 0-15,1 0 0,-1 0 0,-40 40 16,40-40-16,0 0 0,-40 0 0,40 1 15,0-1-15,-40 0 0,40 0 0,0 0 16,1 0 0</inkml:trace>
  <inkml:trace contextRef="#ctx0" brushRef="#br0" timeOffset="19843.5685">13202 6898 0,'-41'-81'16,"82"162"-16,-122-202 16,81 161 15,0 41-15,0-41-16,0 0 0,-40 40 0,40-40 15,0 0-15,-40 40 0,40-40 16,-40 41-16,40-41 0,-40 40 0,40-40 15,0 40-15,-40-40 0,40 1 0,0-1 16,-40-40-16</inkml:trace>
  <inkml:trace contextRef="#ctx0" brushRef="#br0" timeOffset="20285.0423">13362 7258 0,'0'0'0,"40"0"15,121-40 1,-1-40 0,-39 0-1,-81 40 1,0-40-1,0-1 1,-40 1 0,-40 40-1,0 0 1,0 40-16,-1 40 16,1-40-16,40 40 15,-40 161 1,40-161-16,40 120 15,-40-120-15,0 0 16,161 161 0,-81-161-1,40-40 1,-79-40-16,-1 0 16</inkml:trace>
  <inkml:trace contextRef="#ctx0" brushRef="#br0" timeOffset="20581.2153">14365 6296 0,'0'0'0,"-40"0"16,40-40-16,0 0 15,0 0 1,0 120 31,0-40-47,0 0 0,40 0 15,-40 40-15,0-40 0,40 41 0,-40-41 16,0 40-16,0-40 0,40 40 0,-40-40 16,41 41-16,-41-41 0,0 0 0,40 40 15,-40-40-15,0 0 0,0 40 0,40-39 16,-40-1-16,0 0 0,0 0 15</inkml:trace>
  <inkml:trace contextRef="#ctx0" brushRef="#br0" timeOffset="21291.7998">15088 6577 0,'0'0'0,"0"-40"16,40 40 46,0 40-46,0 0-1,-40 0-15,40-40 0,-40 40 0,40 40 16,-40-40-16,0 0 0,0 1 0,0 39 16,0-40-16,0 0 0,0 0 0,-40 0 15,40 0-15,0 0 0,-40-40 16,40-80-1,0 40-15,40 0 16,-40-40-16,0 40 0,80 0 16,-80-1-16,0 1 0,0 0 0,40 0 15,-40 0-15,41 40 0,-41-40 0,40 40 16,0 0 0,-40 40-16,40 0 15,-40 0-15,0 0 0,0 0 16,0 1-16,0-1 0,0 0 15,0-80 17,0 0-32,0-1 15,40 1-15,-40 0 0,40 0 16,-40 0-16,0 0 0,0 0 16,40 40-16,0-40 0,1 0 15,-1 40-15,0 0 16,0 0-16,0 0 0,-40 40 0,40-40 15,0 80-15,-40-40 0,0 0 16,0 0-16,0 0 0,0 0 0,0 1 16,0-1-16,0 0 0,0 0 15,0 0-15,0 0 0,0 0 16,0 0-16,81-40 16</inkml:trace>
  <inkml:trace contextRef="#ctx0" brushRef="#br0" timeOffset="22332.011">16452 6537 0,'0'0'0,"0"-41"0,0 1 16,0 0-16,0 0 15,-40 40-15,0 0 78,40 40-15,-41-40-63,41 40 15,-40 0 1,40-80 31,0 0 62,0 0 79,0 80-141,0 0-32,0 0-15,0 1 16,0-1-16,0 0 0,0 0 16,0 0-16,0 0 0,40 0 15,1-40 1,-1 0-16,0 0 15,0 0-15,0-40 16,0 0-16,0 0 16,-40 0-16,40 0 15,-40 0-15,0-1 16,0 1-16,0 0 16,-40 0-16,40 0 15,-40 40-15,40-40 0,-40 40 16,40-40-1,-40 40-15,40 40 16,0 0 0,0 40-16,0-40 15,40 0-15,-40 1 0,0-1 0,40 0 16,-40 0-16,40 0 0,0 0 16,-40 0-16,41 0 0,-1 0 15,0 1-15,0-41 16,0 40-16,0-40 15,0 0-15,0-40 0</inkml:trace>
  <inkml:trace contextRef="#ctx0" brushRef="#br0" timeOffset="22892.4096">17254 6456 0,'-40'-40'15,"80"80"-15,-120-120 16,40 80-1,40 40 1,0 0 0,0 0-1,0 1 1,40-41-16,0 0 16,-40-41-16,40 1 15,0 0-15,-40 0 16,0 0-16,0 80 47,0 0-47,0 0 15,0 0-15,0 1 0,0-1 16,0 0-16,0 0 0,0 0 16,0 0-16,0 0 0,0 0 0,0 41 15,0-41-15,0 40 0,0-40 0,0 40 16,0 0-16,0 1 0,0-1 0,0-40 15,-40 40-15,40 0 0,0-40 0,-40 41 16,40-41-16,0 40 0,-40-40 0,0 40 16,40-40-16,-40 0 0,0 1 0,0-1 15,-1-40-15,1 40 0,0-40 0,0 40 16,0-40-16,0 0 0,0 0 16,40-40-16,0-40 15,0 39-15,0 1 0,0-40 16,0 40-16,0-40 0,40 40 0,-40 0 15,40-41-15,0 41 0,0 0 0,0 0 16,41 0-16,-41 0 0,0 0 0,40 40 16,-40-40-16,0 0 0,0 40 0,41-41 15,-41 41-15,0-40 0,0 40 0,40-40 16,-40 0-16</inkml:trace>
  <inkml:trace contextRef="#ctx0" brushRef="#br0" timeOffset="25351.8613">18739 6176 0,'-40'0'15,"40"-40"1,-40 40 47,40 40 62,40-40-125,-40 40 15,80-40-15,-40 40 0,0-40 16,41 0-16,-41 0 0,0 0 0,40 0 15,-40 40-15,41-40 0,-41 0 0,40 0 16,-40 0-16,0 40 0,0-40 0,0 0 16,1 0-16,-1 40 0,0-40 15,-40 40-15,40 0 0,-40 0 32,40-40-32,-40 41 31,-40-41 0,0 40-31,0-40 16,0 40-16,-1 0 15,1 0 1,40 0-16,-40-40 0,0 40 0,0 0 16,40 41-16,-40-41 0,0 0 0,0 40 15,-1-40-15,41 0 0,-40 40 0,0-40 16,40 1-16,-40-1 0,40 0 0,0 0 15,-40-40-15,40 40 16,0-80 109,0 0-31</inkml:trace>
  <inkml:trace contextRef="#ctx0" brushRef="#br0" timeOffset="26244.133">20464 5975 0,'0'40'0,"-40"-40"109,0 0-78,80 0 79,0 0-110,1-40 0,-1 40 15,0-40-15,40 40 0,-40-40 16,40 40-16,1-40 0,-41 40 0,40 0 16,-40-40-16,0 40 0,0 0 0,1 0 15,-41-40-15,40 40 0,-40 40 63,-40-40-63</inkml:trace>
  <inkml:trace contextRef="#ctx0" brushRef="#br0" timeOffset="26535.5614">20785 5895 0,'-40'0'31,"40"40"1,0 0-32,0 0 15,0 0-15,0 0 0,0 1 16,0-1-16,0 0 0,0 0 0,0 40 15,0-40-15,0 0 0,0 0 16,0 0-16,0 1 0,0-1 0,0 0 16,0 0-16,0 0 0,0 0 15</inkml:trace>
  <inkml:trace contextRef="#ctx0" brushRef="#br0" timeOffset="27300.0241">21548 5694 0,'-40'-40'32,"0"40"-1,40 40 0,0 0-15,0 1-16,0-1 0,0 0 15,0 0-15,0 0 0,0 0 16,0 40-16,0-40 0,0 1 0,0 39 16,0-40-16,0 0 0,-41 40 0,41-40 15,0 0-15,0 41 0,-40-41 0,40 0 16,-40 0-16,40 0 0,0 0 16,0 0-16,0-80 31,40 40-31,-40-40 15,0 0-15,40 40 0,-40-40 16,0 0-16,41 40 0,-41-40 0,40-1 16,0 1-16,-40 0 0,40 40 15,-40-40-15,40 0 16,0 0-16,0 40 16,-40-40-16,40 40 15,-40 40 1,0 0-1,0 0-15,0 0 16,0 0-16,0 0 0,0 1 16,0-1-16,0 0 15,0 0-15,0 0 16,41-40 0,-41 40-16,40-40 15</inkml:trace>
  <inkml:trace contextRef="#ctx0" brushRef="#br0" timeOffset="28099.445">21949 6296 0,'-40'0'15,"40"-40"16,40 40 1,0-40-17,0 40-15,1 0 16,-41 40-16,40-40 0,-40 40 16,40-40-16,0 80 0,-40-40 15,0 0-15,40-40 0,-40 40 0,0 1 16,0-1-16,0 0 15,-40-40-15,40 40 16,-40-40-16,0 0 31,40-40-31,0 0 16,0 0-16,0-1 0,0 1 0,0 0 16,40 0-16,-40 0 0,40 0 15,0 0-15,0 0 16,0 40-16,0 0 0,1-40 15,-1 40 1,0 0-16,-40 40 31,0 0-15,-40 0 0,40 0-16,-40 0 15,80-40 32,0 0-47,0 0 16,0 0-16,-40-40 15,40 40-15,-40-40 16,0 0 0,40 40-16,-40-40 0,0 0 15,0 0 1,-40 40-16,0 0 15,0 0 1,40 40 0,-40-40-16,0 40 0,40 0 0,0 0 15,-40-40-15,40 40 0,0 0 0,0 0 16,0 0-16,40 0 16,0-40-16,0 0 15,0 0-15,0 0 16,0 0-16,0 0 15,1 0-15,-1 0 16,0 0-16</inkml:trace>
  <inkml:trace contextRef="#ctx0" brushRef="#br0" timeOffset="28596.3798">22872 6176 0,'0'0'0,"0"-40"15,0 80 64,-40-40-79,40 40 15,0 0-15,-40-40 0,40 40 16,0 0-16,0 0 15,0 0-15,0 0 16,40 0-16,0 1 16,0-41-16,-40 40 15,40-40 1,-40 40-16,0 0 16,-80-40-16,80 40 15,-80-40-15,80 40 16,-40-40-16,0 0 15,-1 0 1</inkml:trace>
  <inkml:trace contextRef="#ctx0" brushRef="#br0" timeOffset="29031.8926">23193 6256 0,'0'40'62,"0"0"-46,0 0-16,0 0 15,0 0-15,0 0 0,0 1 16,0-1-16,0 0 0,-40-40 0,40 40 16,0 0-16,0 0 0,0 0 15</inkml:trace>
  <inkml:trace contextRef="#ctx0" brushRef="#br0" timeOffset="29640.002">23153 6657 0,'0'40'15,"-40"-40"1,80 0 15,-40-40 1,0 0-1,40 40-16,-40-40-15,40 40 16,0 0 0,0 0-1,-40 40 1,41-40-16,-41 40 16,0 0-1,0 0-15,0 0 16,0 0-1,40-40 1,0 0 15,0-40-31,0 40 0,0-40 16</inkml:trace>
  <inkml:trace contextRef="#ctx0" brushRef="#br0" timeOffset="29951.9717">23875 6496 0,'0'0'0,"0"41"78,0-1-62,0 0-16,-40 0 0,0-40 15,40 40-15,-40-40 0,40 40 16,-40-40-16,0 40 15,-1-40-15,1 0 16,40-40-16,0 0 16,0 0-16,0 0 15,0 0-15,0 0 16,40 40-16,-40-41 0,41 41 0,-41-40 16,40 40-16,0 0 0,-40-40 15,40 40-15,0 0 16,-40-40-16,40 40 15</inkml:trace>
  <inkml:trace contextRef="#ctx0" brushRef="#br0" timeOffset="30240.1339">24076 6095 0,'-40'-40'0,"0"0"16,40 80 31,0 0-47,0 41 15,0-41 1,0 0-16,0 0 0,0 0 0,0 0 16,0 0-16,0 0 0,0 0 0,0 1 15,0-1-15,0 0 0,0 0 16,0 0-16,0 0 0,0 0 15,0 0-15,0 0 16</inkml:trace>
  <inkml:trace contextRef="#ctx0" brushRef="#br0" timeOffset="30792.0081">24437 6537 0,'0'-41'16,"0"1"-16,0 0 16,0 0-1,-40 40 17,0 0-32,40 40 15,-40-40-15,-1 40 0,1 0 31,40 1-31,0-1 0,0 0 16,0 0 0,40-40-16,-40 40 0,41-40 15,-1 0-15,0 0 16,0 0-16,-40-40 16,40 40-16,-40-40 0,0 0 15,0 0-15,0-1 16,40 41-16,-40-40 0,0 0 0,0 0 15,0 0-15,0 0 0,0 0 16,0 0-16,0 0 0,0 0 16,-40 40-16,40-41 0,-40 41 47,40 41-32,0-1 1,0 0-16,0 0 15,0 0-15,0 0 0,0 0 0,0 0 16,40 0-16,-40 0 0,0 41 0,0-41 16,40 0-16,-40 0 0,0 0 0,0 0 15,0 0-15,0 0 16,40-40-16,-40 41 0,0-1 16,40-40-16</inkml:trace>
  <inkml:trace contextRef="#ctx0" brushRef="#br0" timeOffset="31903.1474">25480 6537 0,'40'-41'109,"1"41"-93,39 0-16,-40 0 15,0 0-15,0 0 0,0 0 0,0 0 16,1 0-16,-1-40 0,0 40 0,0 0 15,0 0-15,0 0 0,0 0 16,0 0 0,1 0-1,-41-40-15,40 40 16,-40-40-16</inkml:trace>
  <inkml:trace contextRef="#ctx0" brushRef="#br0" timeOffset="32371.2194">26203 6216 0,'0'0'0,"-81"0"16,81-40-1,-40 40-15,40 40 94,80-40-78,-80 40-16,41-40 15,-1 0-15,0 40 0,0-40 16,0 0-16,0 0 0,0 0 16,0 40-16,1-40 0,-1 0 0,0 0 15,0 0-15,0 0 0,0 0 0,0 0 16,-40 40-16,0 0 15,-40 0 1,0 0-16,0-40 0,40 41 16,-40-1-16,0-40 0,0 40 0,-1 0 15,1 0-15,0-40 16,40 40-16,-40-40 0,0 40 16,0 0-16,0 0 15,40 1-15,-40-41 0,40 40 16,-41 0-1,82-40 1,-41-40-16,40 40 16,-40-40-16,40 40 0,-40-41 0</inkml:trace>
  <inkml:trace contextRef="#ctx0" brushRef="#br0" timeOffset="34820.0491">29132 5855 0,'-40'0'16,"80"0"93,0-40-109,0 40 16,0-40-16,0 40 0,-40-41 0,40 41 15,1 0-15,-1 0 0,0-40 16,0 40-16,0 0 16,0 0-1,-40 40-15,0 1 0,0-1 16,0 0-16,0 0 0,0 0 15,0 0-15,-40 0 0,40 0 16,-40 0-16,40 1 0,-40-1 0,0 0 16,40 0-16,-40-40 0,-1 40 0,1-40 15,40 40-15,-40-40 0,0 40 0,0-40 16,0 40-16,0-40 16,40-40 15,0 0 16,0 0 0,40 40-47,0 0 15,0 0-15,0 0 16,-40-40-1,40 40 32,0 0 0,-40 40-47,0 0 16,41-40-16,-41 40 15,40-40-15,-40 40 16,40 0-16,-40 0 16,40-40-16,-40 41 0,40-41 15,-40 40-15,40-40 0,0 40 16,0-40 0,-40 40-1,41-40-15,-1 0 16,-40-80-16</inkml:trace>
  <inkml:trace contextRef="#ctx0" brushRef="#br0" timeOffset="35620.3765">30737 5574 0,'-40'0'0,"0"0"94,-1 0-78,1 0-16,0 40 15,0-40-15,0 40 0,0-40 16,0 0-16,0 0 0,40 40 0,-41-40 16,1 0-16,0 0 0,0 40 0,0-40 15,40 41 1,-40-41-16,80 0 47,-40 40-16,40 0-15,-40 0-1,0 0-15,0 0 16,0 0-16,40 0 0,-40 0 15,0 1-15,0-1 0,40 0 16,-40 0 0,40-40-1,1 0-15,-1 0 16,0-40-16,0 40 16,0 0-16,0 0 15,0 0-15,-40 40 47,0 0-31,0 0-16,-40-40 15,40 40-15,-40 0 0,0 0 16,0-40-16,0 40 0,0 1 0,-1-41 16,1 40-16,-40-40 0,40 40 0,0 0 15,0-40-15,0 0 0,-1 40 0,1-40 16,0 0-16,0 0 0,0 0 15,40-40-15,0 0 16,0 0-16,0 0 16,0-1-16,40 1 15</inkml:trace>
  <inkml:trace contextRef="#ctx0" brushRef="#br0" timeOffset="36328.2371">31740 5654 0,'40'0'15,"-80"0"32,-40 0-31,40 40-16,-1-40 16,1 0-16,0 0 0,0 0 15,0 0-15,40 40 0,-40-40 16,0 0-16,0 0 15,-1 0-15,41 41 63,0-1-47,0 0-16,0 0 15,0 0-15,0 0 16,0 0-16,0 0 0,0 0 15,0 1-15,0-1 16,0 0-16,0 0 16,41-40-1,-1 0 1,0 0-16,0 0 16,0 0-16,0 0 15,0 0-15,0 0 0,1 0 16,-1 0-1,-40 40 1,0 0-16,0 0 16,0 0-1,0 0-15,-40-40 0,40 40 16,-81-40-16,81 41 0,-40-1 0,0-40 16,0 40-16,-40 0 0,40-40 15,-1 40-15,-39-40 0,40 40 0,-40-40 16,40 40-16,-41-40 0,1 0 0,0 0 15,-40 0-15</inkml:trace>
  <inkml:trace contextRef="#ctx0" brushRef="#br0" timeOffset="39187.752">11677 9665 0,'0'-40'31,"0"0"0,0-1 0,-40 41 1,40 41-32,0-1 15,0 40 1,0-40-16,0 0 0,0 0 16,0 0-16,0 0 0,0 1 15,0-1-15,0 0 0,0 0 0,0 40 16,0-40-16,0 0 0,0 40 0,0-39 15,0-1-15,0 0 0,0 40 0,0-40 16,-40-40-16,40 40 0,0 0 0,0 0 16,0 1-1,0-122 17,-41 81-32,41-40 15,0-40-15,0 40 0,0 0 0,0-40 16,0 39-16,0-39 0,0 0 0,0 0 15,0 0-15,0-1 0,41 41 0,-41-40 16,0 40-16,40 0 0,-40 0 16,40 0-16,-40 0 0,0-1 0,40 1 15,-40 0-15,40 40 0,-40-40 0,40 40 16,0-40-16,-40 0 0,40 40 0,-40-40 16,41 40-16,-1 0 0,0 0 15,-40 40-15,40-40 0,-40 80 16,0-40-16,0 0 0,0 0 0,0 41 15,0-41-15,-40 40 0,40-40 0,-40 0 16,40 40-16,-81-39 0,41-1 0,40 0 16,-40 0-16,0 0 0,0 0 15,0 0-15,0 0 0,0-40 16,40 40-16,-41-40 16,41-40-1</inkml:trace>
  <inkml:trace contextRef="#ctx0" brushRef="#br0" timeOffset="39444.5404">12239 10106 0,'0'40'47,"40"-40"-47,-40 40 0,40 0 15,-40 0-15,0 0 0,0 1 16,0-1-16,0 0 16,0 0-16,0 0 0,0 0 15,-40 0-15,40 0 0,-40 0 16,40 1-16</inkml:trace>
  <inkml:trace contextRef="#ctx0" brushRef="#br0" timeOffset="39653.1369">12560 9705 0,'0'0'0,"-41"0"0,-39-40 16,80 0-16,-40 40 15,40 40 1</inkml:trace>
  <inkml:trace contextRef="#ctx0" brushRef="#br0" timeOffset="39933.9641">12760 9905 0,'-40'0'16,"80"0"-16,0 0 16,0 41-1,81-1 1,-1 80-1,-40 0 1,-39-40 0,-1 1-1,-40-41-15,0 0 16,0 0-16,40-40 16,-40 40-1</inkml:trace>
  <inkml:trace contextRef="#ctx0" brushRef="#br0" timeOffset="40143.7134">13242 10186 0,'40'-80'15,"-80"160"-15,80-200 16,-40 160 31,-40 0-47,40 0 0,-40 0 15,-1 0-15,1 0 0,40 1 16,-40-1-16,0 0 0,40 0 0,0 0 16,-40 0-16,40 0 0,-40-40 0,40 40 15,0 0-15</inkml:trace>
  <inkml:trace contextRef="#ctx0" brushRef="#br0" timeOffset="40564.5311">13643 10427 0,'0'0'0,"0"-40"32,80 0-17,-40-1-15,0 1 0,1 40 16,-1-40-16,0 40 0,0 0 15,-40-40-15,40 40 0,0 0 16,-40-40-16,0 0 16,0 0-1,0 0 1,-40 40-16,0 0 16,0 0-16,0 0 15,0 0-15,-1 40 0,1-40 16,0 0-16,40 80 0,-40-80 15,40 40-15,0 0 0,0 0 16,-40-40-16,40 40 0,0 1 0,0-1 16,0 0-16,40 0 0,-40 0 15,40-40-15,-40 40 0,40-40 0,41 0 16,-41 40-16,0-40 16,0 0-16,0 0 15,0-80-15,0 80 16,-40-40-16</inkml:trace>
  <inkml:trace contextRef="#ctx0" brushRef="#br0" timeOffset="40852.6199">14486 9665 0,'0'-40'0,"0"80"15,-41-120-15,1 39 16,0 41-1,40-40 1,0 80 0,0 41-1,0 39-15,0 40 32,0 1-32,0-121 15,40 80-15,-40-80 16,0 0-16,0 41 0,0 39 15,-40-80 1</inkml:trace>
  <inkml:trace contextRef="#ctx0" brushRef="#br0" timeOffset="41896.5665">15449 9825 0,'-40'0'15,"40"-40"1,0 0 0,40 0-16,0 40 15,0-40 1,0 40-16,0 0 15,0 40 1,-40 40-16,40-40 16,-40 0-16,0 0 0,0 1 0,0-1 15,0 0-15,-80 0 0,80 0 16,0 0-16,-40 0 0,0-40 16,40 40-16,0-80 31,40 0-16,-40 0-15,40 40 0,-40-40 16,40 0-16,0 0 0,1 0 0,-1-1 16,0 41-1,0 0-15,-40 41 16,0-1 0,0 0-16,0 0 0,0 0 15,0 0-15,0 0 0,-40-40 0,40 40 16,0 0-16,-40-40 0,40 40 15,0-80 1,80 0 0,-80 0-16,40 0 0,0 0 15,-40 0-15,40 0 0,0 0 0,1 0 16,-1-1-16,0 1 16,0 40-16,-40-40 0,40 40 15,-40 40 1,0 0-16,0 41 15,0-41-15,0 0 16,-40 0-16,40 0 0,0 0 16,0 0-16,0 0 15,0 0-15,40-40 16</inkml:trace>
  <inkml:trace contextRef="#ctx0" brushRef="#br0" timeOffset="42265.5059">16733 9745 0,'0'0'0,"-40"0"15,-1 0-15,1 0 16,0 40-16,40 0 16,-40-40-16,40 121 15,0-1 1,0-160 31,0 0-47,40 40 0,-40-40 15,40-1-15,-40 1 0,40 0 0,1 0 16,-41 0-16,40 40 16,-40 40-1,0 0 1,40 40-16,-40-39 15,0-1-15,40 0 0,-40 0 16,0 0-16,40 0 16,-40 0-16,40-40 31</inkml:trace>
  <inkml:trace contextRef="#ctx0" brushRef="#br0" timeOffset="42807.7501">17776 9705 0,'0'0'0,"0"-40"0,-40 0 16,-121 40 0,121 0-16,-40 0 15,40 0-15,40 40 0,-40-40 16,40 40 0,0 0-1,80-40 1,0-80-1,0-41 1,-39 81 0,-1 40-1,-40 40 1,0 41 0,0-41-16,40 40 15,-40-40-15,0 40 0,0 1 16,-80 119-1,-1 41 1,1-41 0,0-39-1,0-81 1,39-40 0,1-40-1,0-120 1,0-41-1,120 41 1,-80 40-16,81-81 16,-41 121-16,0 0 0,40 0 15,81-80-15,-41 80 16,-80 40 0,0 0-1,0 0-15,0 0 16</inkml:trace>
  <inkml:trace contextRef="#ctx0" brushRef="#br0" timeOffset="43531.8474">19341 9103 0,'0'-40'16,"0"0"-16,0 0 16,40 40-1,-40-40 1,-40 120 124,40-40-140,-40 0 0,40 0 16,-40 1-16,0-1 0,-1 40 0,1-40 16,0 40-16,0-40 0,0 40 0,0-39 15,0 39-15,40-40 0,-40 0 0,-1 40 16,1-40-16,0 0 0,0 1 0,0-1 16,40 0-16,-40 0 0,0 0 15,40-80 16,40 40-31,-40-40 0,40 40 0,-40-80 16,40 80-16,-40-41 0,40 1 0,0 40 16,0-40-16,1 0 0,-1 40 15,0 0-15,0 0 16,0 0-16,0 40 16,0-40-16,-40 40 0,40-40 0,1 40 15,-1 1-15,0-1 16,-40 0-16,40-40 0,-40 40 15,40-40-15,-40 40 0,40-40 16,-40 40-16,40-40 16,0 40-1,1-40-15,-1 0 16,0 0-16,0 0 0,0 0 0,0 0 16,0 0-16</inkml:trace>
  <inkml:trace contextRef="#ctx0" brushRef="#br0" timeOffset="44017.0246">20424 9184 0,'0'0'0,"-40"40"16,0-40-1,0 0 1,80 0 31,-40-40-31,80 40-16,-40-41 0,1 41 0,-1-40 15,0 40-15,40 0 0,-40-40 0,40 40 16,-39-40-16,39 40 0,-40 0 0,0 0 15,40-40-15,-40 40 0,1 0 16,-1 0-16,0 0 0,0 0 0,0-40 16,0 40-16,0 0 0,-40 40 15,-40-40 1</inkml:trace>
  <inkml:trace contextRef="#ctx0" brushRef="#br0" timeOffset="44264.0114">20906 9063 0,'0'0'0,"-80"0"16,80-40-16,-41 40 15,41 40 17,0 0-17,0 0-15,0 1 0,0-1 16,0 40-16,0-40 0,0 0 0,0 40 15,0-40-15,0 0 0,0 41 0,0-41 16,-40 0-16,40 0 0,0 0 0,0 0 16,0 0-16,-40-40 0,40 40 0,0 1 15,0-1-15</inkml:trace>
  <inkml:trace contextRef="#ctx0" brushRef="#br0" timeOffset="44732.2404">21066 9224 0,'-40'-40'16,"40"-1"-16,0 1 16,40 40-16,0 0 15,-40 40 1,0 81-1,0 39 1,0 1 0,-40-41-1,0-80-15,0 80 16,40-80-16,-40-40 16,40 41-1,80-41 1,-40-121-1,0 81-15,41-40 16,-41 40-16,0 40 0,0-40 16,0 0-16,0-1 15,-40 122 17,0-41-32,0 0 15,0 0-15,0 0 0,0 0 16,0 0-16,0 0 15,81 1 1,-41-41-16,0 40 0,0-40 16</inkml:trace>
  <inkml:trace contextRef="#ctx0" brushRef="#br0" timeOffset="46465.0661">21789 9464 0,'0'-40'16,"0"0"-16,40 40 16,80-40-1,-40 120 1,-39 0 0,-1 1-1,0-1 1,-40-40-1,0 0 1,-40-40 0,0 0-1,40-120 1,0 80-16,80-41 16,-80 41-16,120-40 15,-40 0 1,-39 80-16,-1-40 15,0 40 1,-40 40 0,40-40 15,0 0-31,0 0 16,-40-40-16,40 40 0,0 0 15,1 0-15,-1-40 16,0 0-16,0 40 15,-40-41-15,40 1 0,-40 0 16,0 0 0,-40 40-1,0 0-15,40 40 16,-40-40-16,40 40 0,-40-40 0,40 81 16,0-41-16,-41 0 0,41 0 15,-40 0-15,40 0 0,0 0 16,0 0-16,0 0 0,0 0 15,0 1-15,40-41 16,1 0-16,-1 40 0,0-40 16,0 0-16,0 0 0,0 0 15,0 0-15,0 0 0,1 0 16,-1-40-16,0-1 0,-40 1 16,40 0-16,0 0 15,-40 0-15,0 0 0,0 0 0,40 0 16,-40 0-16,0-41 0,40 41 0,-40 0 15,0 0-15,0 0 0,40 0 0,-40 0 16,-40 80 31,40 0-47,0 0 16,0 0-16,0 0 0,0 0 15,0 1-15,0-1 16,0 0-16,0 0 0,40-40 15,-40 40-15,0 0 0,41-40 0,-41 40 16,40 0-16,0 0 0,-40 0 16,0 1-16,-80-1 15,80 0-15,-41-40 16,41 40-16,-40-40 0,0 0 16,40-40 15,0 0-31,40 0 15,-40-1-15,81 1 16,-41 0-16,0 0 0,40 0 16,-40 40-16,0-40 0,41 0 0,-41 0 15,0-40-15,0 39 0,-40 1 0,40-40 16,-40 40-16,0-40 0,0 40 0,0 0 16,0-1-16,0 1 15,0 0-15,0 0 31,0 0 1,40 40 171,-40-40-188,40 40-15,-40-40 16,0 80 31,0 0-31,0 0-16,40 0 15,-40 0-15,0 0 0,0 41 16,0-41-16,0 0 0,0 40 0,0-40 15,-40 40-15,40-39 0,0-1 0,-40 40 16,40-40-16,0 0 0,0 0 0,0 0 16,-40-40-16,40 40 15,0-80 1,0 0 0,40 0-16,-40 0 0,40 40 15,-40-40-15,40 0 0,-40 0 0,41 40 16,-41-40-16,40 40 0,-40-41 0,40 41 15,-40 41 1,40-41 0,-40 40-16,0 0 0,40 0 15,-40 0-15,0 0 0,40-40 16,-40 40-16,40 0 16,0 0-1,1-40 1,-1 0-16,0 0 15,-40-80-15,40 40 16</inkml:trace>
  <inkml:trace contextRef="#ctx0" brushRef="#br0" timeOffset="46730.4322">24517 9224 0,'40'-121'15,"-80"242"1,80-282-16,0 121 16,1 40-16,-1 0 0,0 0 31,-40 40-31,40 0 15,-40 0-15,0 1 0,-80 39 16,-1 0 0,41-40-16,-40 0 15,40-40-15,40-40 16,0 0 0,40-80-1,40-1 1,41 41-1,-81 40 1,0 0-16</inkml:trace>
  <inkml:trace contextRef="#ctx0" brushRef="#br0" timeOffset="46959.1056">25119 8662 0,'0'-40'15,"0"80"-15,0-120 31,0 120 1,0 0-17,40 0-15,-40 0 0,0 0 0,0 1 16,0-1-16,0 40 0,0-40 0,0 0 16,0 40-16,0-40 0,-40 41 0,40-41 15,0 0-15,-40 40 0,40-40 0,0 0 16,-40 0-16,40 0 0,-40-40 15,40 41-15</inkml:trace>
  <inkml:trace contextRef="#ctx0" brushRef="#br0" timeOffset="47459.6027">25922 9023 0,'0'-40'15,"-40"40"-15,-1 0 16,1 0 0,-80 80-1,120-40-15,-40 121 16,0-161-16,40 80 0,0-40 15,40-40 1,40-40 0,0-80-1,1-81 1,-41 41 0,40-41-1,-80 121 1,0 0-16,0 40 15,0 80 17,0 0-32,-40 120 15,40 1 1,0-121-16,0 160 16,0-119-16,0-41 15,0 80-15,0 40 16,0-79-1</inkml:trace>
  <inkml:trace contextRef="#ctx0" brushRef="#br0" timeOffset="48263.3026">26885 9103 0,'-40'0'0,"-1"0"31,1 0 1,80 0 30,1 40-62,-1-40 0,40 0 0,-40 0 16,40 0-16,-40 0 0,41 0 0,-1 0 15,0 0-15,-40 0 0,41 0 0,-41 0 16,0 0-16,0 0 0,0 0 0,0 0 16,0 0-16,0 0 15,-40-40-15</inkml:trace>
  <inkml:trace contextRef="#ctx0" brushRef="#br0" timeOffset="48656.6726">27487 8782 0,'-41'0'15,"1"-40"-15,80 40 32,1 0-17,-41 40-15,40-40 16,0 0-16,-40 41 0,40-41 15,0 40-15,0-40 0,-40 40 16,40-40-16,0 0 0,41 40 0,-41-40 16,0 0-16,0 0 0,0 0 0,0 0 15,0 0-15,-40 40 16,-40 0 15,0-40-31,40 80 16,-40-40-16,0-40 15,0 41-15,40-1 0,-40-40 0,0 40 16,40 0-16,-41-40 0,1 40 0,0 0 16,0 0-16,40 0 0,-40 0 15,0 0-15,0 1 16,40-1-16,0 0 16</inkml:trace>
  <inkml:trace contextRef="#ctx0" brushRef="#br0" timeOffset="50591.7526">30135 8702 0,'0'0'0,"-40"0"94,0 0-63,0 0-31,-1 0 0,41 40 16,-40-40-16,0 0 0,0 40 15,40 1-15,-40-1 0,40 0 0,-40 0 16,40 0-16,0 0 0,-40 0 0,40 40 16,-40-39-16,40-1 0,0 0 0,0 40 15,0-40-15,0 0 0,0 0 0,0 0 16,0 0-16,40-40 0,0 0 16,0 0-16,0 0 15,0 0-15,0 0 0,0-40 0,1 40 16,-1-40-16,0 0 0,0 40 0,0-40 15,0 0-15,-40 0 0,40 0 0,0-40 16,-40 39-16,41 1 0,-41 0 16,40-40-16,-40 40 0,0 0 0,0 0 15,0 0-15,0-1 0,0 1 16,-40 0-16,-1 40 16,41-40-1,-40 40-15,0 0 16,0 0-16,0 0 0,0 80 15,0-80-15,-41 40 0,41-40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00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73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1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44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765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24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554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644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43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29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39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373CB-610B-4247-A487-AC799D51A4AC}" type="datetimeFigureOut">
              <a:rPr lang="en-IN" smtClean="0"/>
              <a:t>30-09-2024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81A9C-2449-473E-B5B8-03D201EA3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25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AIM: Perform gray level operations images.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03480" y="129600"/>
              <a:ext cx="11686680" cy="6410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120" y="120240"/>
                <a:ext cx="11705400" cy="642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62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 Digital Image</a:t>
            </a:r>
          </a:p>
          <a:p>
            <a:r>
              <a:rPr lang="en-US" dirty="0" smtClean="0"/>
              <a:t>Convert color image to grayscale image</a:t>
            </a:r>
          </a:p>
          <a:p>
            <a:r>
              <a:rPr lang="en-IN" dirty="0"/>
              <a:t>Image </a:t>
            </a:r>
            <a:r>
              <a:rPr lang="en-IN" dirty="0" smtClean="0"/>
              <a:t>Negation</a:t>
            </a:r>
          </a:p>
          <a:p>
            <a:r>
              <a:rPr lang="en-IN" dirty="0"/>
              <a:t>Image </a:t>
            </a:r>
            <a:r>
              <a:rPr lang="en-IN" dirty="0" err="1" smtClean="0"/>
              <a:t>Thresholding</a:t>
            </a:r>
            <a:endParaRPr lang="en-IN" dirty="0" smtClean="0"/>
          </a:p>
          <a:p>
            <a:r>
              <a:rPr lang="en-IN" dirty="0"/>
              <a:t>Image Gamma Correction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32280" y="72000"/>
              <a:ext cx="11802240" cy="6352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920" y="62640"/>
                <a:ext cx="11820960" cy="637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731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Gray Scale image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Grayscale images are particularly useful when the color information is not relevant to the analysis or when the goal is to simplify the image data for computational purposes. They are a fundamental concept in image processing and computer vision</a:t>
            </a:r>
            <a:r>
              <a:rPr lang="en-US" dirty="0" smtClean="0"/>
              <a:t>.</a:t>
            </a:r>
          </a:p>
          <a:p>
            <a:r>
              <a:rPr lang="en-US" dirty="0"/>
              <a:t>A grayscale image, often referred to as a black-and-white image, is an image in which each pixel is represented by a single intensity value, typically ranging from 0 (black) to 255 (white) in an 8-bit image. In a grayscale image, there is no color information; instead, it represents only the brightness or luminance of each pixel</a:t>
            </a:r>
            <a:r>
              <a:rPr lang="en-US" dirty="0" smtClean="0"/>
              <a:t>.</a:t>
            </a:r>
          </a:p>
          <a:p>
            <a:r>
              <a:rPr lang="en-US" dirty="0"/>
              <a:t>The grayscale value at each pixel represents the intensity or brightness of that pixel. Higher values indicate brighter areas, while lower values indicate darker areas.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50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</a:t>
            </a:r>
            <a:r>
              <a:rPr lang="en-IN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Grayscale images are commonly used in various fields, including medical imaging (such as X-rays and MRI scans), computer vision, image processing, and document scanning. They are also used for artistic purposes in black-and-white photography</a:t>
            </a:r>
            <a:r>
              <a:rPr lang="en-US" dirty="0" smtClean="0"/>
              <a:t>.</a:t>
            </a:r>
          </a:p>
          <a:p>
            <a:r>
              <a:rPr lang="en-US" dirty="0"/>
              <a:t>Grayscale images require less storage space compared to color images because they have only one channel instead of three. This can be advantageous in applications where storage capacity is limited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67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OpenCV</a:t>
            </a:r>
            <a:r>
              <a:rPr lang="en-US" dirty="0" smtClean="0"/>
              <a:t> library for image processing</a:t>
            </a:r>
          </a:p>
          <a:p>
            <a:r>
              <a:rPr lang="en-US" dirty="0" err="1"/>
              <a:t>OpenCV</a:t>
            </a:r>
            <a:r>
              <a:rPr lang="en-US" dirty="0"/>
              <a:t> (Open Source Computer Vision Library) is a widely used open-source computer vision and image processing library</a:t>
            </a:r>
            <a:r>
              <a:rPr lang="en-US" dirty="0" smtClean="0"/>
              <a:t>.</a:t>
            </a:r>
          </a:p>
          <a:p>
            <a:r>
              <a:rPr lang="en-US" dirty="0" err="1"/>
              <a:t>OpenCV</a:t>
            </a:r>
            <a:r>
              <a:rPr lang="en-US" dirty="0"/>
              <a:t> provides a comprehensive set of tools and functions for tasks related to computer vision, image processing, machine learning, and artificial intelligence. It's versatile and supports multiple programming languages, including C++, Python, and Java</a:t>
            </a:r>
            <a:r>
              <a:rPr lang="en-US" dirty="0" smtClean="0"/>
              <a:t>.</a:t>
            </a:r>
          </a:p>
          <a:p>
            <a:pPr marL="0" indent="0" algn="ctr">
              <a:buNone/>
            </a:pPr>
            <a:r>
              <a:rPr lang="en-IN" b="1" dirty="0"/>
              <a:t>cv2.imread('input_image.jpg', cv2.IMREAD_GRAYSCALE) </a:t>
            </a:r>
          </a:p>
          <a:p>
            <a:pPr marL="0" indent="0">
              <a:buNone/>
            </a:pPr>
            <a:r>
              <a:rPr lang="en-IN" dirty="0" smtClean="0"/>
              <a:t/>
            </a:r>
            <a:br>
              <a:rPr lang="en-IN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0369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Negation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negation is a simple operation that creates the negative or inverse of an image. In a grayscale image, each pixel's intensity value is subtracted from the maximum intensity value (typically 255 for 8-bit grayscale images). The result is that lighter areas become darker, and darker areas become lighter. This operation is used to create a photographic negative effect.</a:t>
            </a:r>
          </a:p>
          <a:p>
            <a:r>
              <a:rPr lang="en-US" dirty="0"/>
              <a:t>For example, if you have a pixel with an intensity of 100 in the original image, its intensity in the negated image will be 155 (255 - 100). This operation can be expressed as: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63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Negated_pixel_value</a:t>
            </a:r>
            <a:r>
              <a:rPr lang="en-IN" dirty="0"/>
              <a:t> = </a:t>
            </a:r>
            <a:r>
              <a:rPr lang="en-IN" dirty="0" err="1"/>
              <a:t>Maximum_intensity_value</a:t>
            </a:r>
            <a:r>
              <a:rPr lang="en-IN" dirty="0"/>
              <a:t> - </a:t>
            </a:r>
            <a:r>
              <a:rPr lang="en-IN" dirty="0" err="1" smtClean="0"/>
              <a:t>Original_pixel_value</a:t>
            </a:r>
            <a:endParaRPr lang="en-IN" dirty="0" smtClean="0"/>
          </a:p>
          <a:p>
            <a:r>
              <a:rPr lang="en-IN" dirty="0" err="1"/>
              <a:t>Negated_pixel_value</a:t>
            </a:r>
            <a:r>
              <a:rPr lang="en-IN" dirty="0"/>
              <a:t> = </a:t>
            </a:r>
            <a:r>
              <a:rPr lang="en-IN" dirty="0" smtClean="0"/>
              <a:t>255 </a:t>
            </a:r>
            <a:r>
              <a:rPr lang="en-IN" dirty="0"/>
              <a:t>- </a:t>
            </a:r>
            <a:r>
              <a:rPr lang="en-IN" dirty="0" err="1"/>
              <a:t>Original_pixel_value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62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</a:t>
            </a:r>
            <a:r>
              <a:rPr lang="en-US" dirty="0" err="1" smtClean="0"/>
              <a:t>thresholding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Image </a:t>
            </a:r>
            <a:r>
              <a:rPr lang="en-US" b="1" dirty="0" err="1"/>
              <a:t>thresholding</a:t>
            </a:r>
            <a:r>
              <a:rPr lang="en-US" b="1" dirty="0"/>
              <a:t> </a:t>
            </a:r>
            <a:r>
              <a:rPr lang="en-US" dirty="0"/>
              <a:t>is a technique used to segment an image into binary regions, where pixels are classified as either foreground (object of interest) or background based on a specified threshold value. Pixels with intensity values greater than or equal to the threshold are set to a maximum value (usually 255 for white), while pixels with intensity values less than the threshold are set to a minimum value (usually 0 for black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 err="1" smtClean="0"/>
              <a:t>pixel_value</a:t>
            </a:r>
            <a:r>
              <a:rPr lang="en-US" dirty="0" smtClean="0"/>
              <a:t> &gt;= threshold: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thresholded_pixel_value</a:t>
            </a:r>
            <a:r>
              <a:rPr lang="en-US" dirty="0" smtClean="0"/>
              <a:t> = 255  # Foreground</a:t>
            </a:r>
          </a:p>
          <a:p>
            <a:pPr marL="0" indent="0">
              <a:buNone/>
            </a:pPr>
            <a:r>
              <a:rPr lang="en-US" dirty="0" smtClean="0"/>
              <a:t>else: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thresholded_pixel_value</a:t>
            </a:r>
            <a:r>
              <a:rPr lang="en-US" dirty="0" smtClean="0"/>
              <a:t> = 0    # Background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90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_, </a:t>
            </a:r>
            <a:r>
              <a:rPr lang="en-US" dirty="0" err="1"/>
              <a:t>thresholded_image</a:t>
            </a:r>
            <a:r>
              <a:rPr lang="en-US" dirty="0"/>
              <a:t> = cv2.threshold(</a:t>
            </a:r>
            <a:r>
              <a:rPr lang="en-US" dirty="0" err="1"/>
              <a:t>src_image</a:t>
            </a:r>
            <a:r>
              <a:rPr lang="en-US" dirty="0"/>
              <a:t>, 128, 255, cv2.THRESH_BINARY</a:t>
            </a:r>
            <a:r>
              <a:rPr lang="en-US" dirty="0" smtClean="0"/>
              <a:t>)</a:t>
            </a:r>
          </a:p>
          <a:p>
            <a:r>
              <a:rPr lang="en-US" dirty="0" smtClean="0"/>
              <a:t>pixels with intensity values greater than or equal to 128 are set to 255 (white), and pixels with values less than 128 are set to 0 (black) in the </a:t>
            </a:r>
            <a:r>
              <a:rPr lang="en-US" dirty="0" err="1" smtClean="0"/>
              <a:t>thresholded_image</a:t>
            </a:r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38499"/>
            <a:ext cx="266420" cy="276999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7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cv2.THRESH_BINARY: Simple binary </a:t>
            </a:r>
            <a:r>
              <a:rPr lang="en-US" dirty="0" err="1" smtClean="0"/>
              <a:t>thresholding</a:t>
            </a:r>
            <a:r>
              <a:rPr lang="en-US" dirty="0" smtClean="0"/>
              <a:t>, where pixels above the threshold become </a:t>
            </a:r>
            <a:r>
              <a:rPr lang="en-US" dirty="0" err="1" smtClean="0"/>
              <a:t>maxval</a:t>
            </a:r>
            <a:r>
              <a:rPr lang="en-US" dirty="0" smtClean="0"/>
              <a:t>, and pixels below the threshold become zero.</a:t>
            </a:r>
          </a:p>
          <a:p>
            <a:r>
              <a:rPr lang="en-US" dirty="0" smtClean="0"/>
              <a:t>cv2.THRESH_BINARY_INV: Inverse binary </a:t>
            </a:r>
            <a:r>
              <a:rPr lang="en-US" dirty="0" err="1" smtClean="0"/>
              <a:t>thresholding</a:t>
            </a:r>
            <a:r>
              <a:rPr lang="en-US" dirty="0" smtClean="0"/>
              <a:t>, where pixels above the threshold become zero, and pixels below the threshold become </a:t>
            </a:r>
            <a:r>
              <a:rPr lang="en-US" dirty="0" err="1" smtClean="0"/>
              <a:t>maxval</a:t>
            </a:r>
            <a:r>
              <a:rPr lang="en-US" dirty="0" smtClean="0"/>
              <a:t>.</a:t>
            </a:r>
          </a:p>
          <a:p>
            <a:r>
              <a:rPr lang="en-US" dirty="0" smtClean="0"/>
              <a:t>cv2.THRESH_TRUNC: Truncation </a:t>
            </a:r>
            <a:r>
              <a:rPr lang="en-US" dirty="0" err="1" smtClean="0"/>
              <a:t>thresholding</a:t>
            </a:r>
            <a:r>
              <a:rPr lang="en-US" dirty="0" smtClean="0"/>
              <a:t>, where pixels above the threshold are set to the threshold value, and pixels below remain unchanged.</a:t>
            </a:r>
          </a:p>
          <a:p>
            <a:r>
              <a:rPr lang="en-US" dirty="0" smtClean="0"/>
              <a:t>cv2.THRESH_TOZERO: Threshold to zero, where pixels above the threshold remain unchanged, and pixels below become zero.</a:t>
            </a:r>
          </a:p>
          <a:p>
            <a:r>
              <a:rPr lang="en-US" dirty="0" smtClean="0"/>
              <a:t>cv2.THRESH_TOZERO_INV: Inverse threshold to zero, where pixels above the threshold become zero, and pixels below remain unchanged.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961360" y="129600"/>
              <a:ext cx="7165440" cy="20217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2000" y="120240"/>
                <a:ext cx="7184160" cy="20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238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Image Gamma Correction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Image gamma correction is a non-linear operation used to adjust the brightness and contrast of an image. It involves raising the pixel values to a specific exponent (gamma value) to modify the overall appearance of the image. It's particularly useful for correcting images that appear too dark or too bright.</a:t>
            </a:r>
          </a:p>
          <a:p>
            <a:r>
              <a:rPr lang="en-US" dirty="0"/>
              <a:t>The gamma correction formula is as follows:</a:t>
            </a:r>
          </a:p>
          <a:p>
            <a:r>
              <a:rPr lang="en-IN" dirty="0" err="1" smtClean="0"/>
              <a:t>Corrected_pixel_value</a:t>
            </a:r>
            <a:r>
              <a:rPr lang="en-IN" dirty="0" smtClean="0"/>
              <a:t> = </a:t>
            </a:r>
            <a:r>
              <a:rPr lang="en-IN" dirty="0" err="1" smtClean="0"/>
              <a:t>Original_pixel_value</a:t>
            </a:r>
            <a:r>
              <a:rPr lang="en-IN" dirty="0" smtClean="0"/>
              <a:t> ^ (1 / gamma)</a:t>
            </a:r>
          </a:p>
          <a:p>
            <a:endParaRPr lang="en-IN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less than 1, it enhances the contrast and brightens the image.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greater than 1, it reduces the contrast and darkens the image.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equal to 1, there is no change to the image.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adjusting the gamma value, you can control the overall brightness and contrast of the image to achieve the desired visual effect.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82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np.power</a:t>
            </a:r>
            <a:r>
              <a:rPr lang="en-IN" dirty="0"/>
              <a:t>(</a:t>
            </a:r>
            <a:r>
              <a:rPr lang="en-IN" dirty="0" err="1"/>
              <a:t>input_image</a:t>
            </a:r>
            <a:r>
              <a:rPr lang="en-IN" dirty="0"/>
              <a:t> / 255.0, gamma) * </a:t>
            </a:r>
            <a:r>
              <a:rPr lang="en-IN" dirty="0" smtClean="0"/>
              <a:t>255.0</a:t>
            </a:r>
            <a:br>
              <a:rPr lang="en-IN" dirty="0" smtClean="0"/>
            </a:br>
            <a:r>
              <a:rPr lang="en-IN" dirty="0"/>
              <a:t>np.uint8(</a:t>
            </a:r>
            <a:r>
              <a:rPr lang="en-IN" dirty="0" err="1"/>
              <a:t>gamma_corrected_image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np.power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input_image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255.0, gamma): This part performs the power-law transformation by raising each normalized pixel value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input_image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255.0) to the power of gamma. This step is the core of gamma correction.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255.0: After applying the gamma correction formula, the resulting values are scaled back to the range [0, 255] by multiplying them by 255.0.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np.uint8(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gamma_corrected_image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Finally, the values are converted to unsigned 8-bit integers using np.uint8. This ensures that the pixel values are within the valid range for image representation (0 to 255).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then returns the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gamma_corrected_image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the input image with gamma correction applied.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use this function, you would pass your grayscale image and the desired gamma value as arguments. The function will return the gamma-corrected version of your image.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24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9000" y="259560"/>
              <a:ext cx="11484360" cy="6309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9640" y="250200"/>
                <a:ext cx="11503080" cy="63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474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6760" y="115200"/>
              <a:ext cx="11643480" cy="66564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00" y="105840"/>
                <a:ext cx="11662200" cy="66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721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657880" y="606240"/>
              <a:ext cx="8783280" cy="33066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8520" y="596880"/>
                <a:ext cx="8802000" cy="332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732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21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989</Words>
  <Application>Microsoft Office PowerPoint</Application>
  <PresentationFormat>Widescreen</PresentationFormat>
  <Paragraphs>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Söhne</vt:lpstr>
      <vt:lpstr>Times New Roman</vt:lpstr>
      <vt:lpstr>Office Theme</vt:lpstr>
      <vt:lpstr>AIM: Perform gray level operations images. </vt:lpstr>
      <vt:lpstr>Operations</vt:lpstr>
      <vt:lpstr>Gray Scale image</vt:lpstr>
      <vt:lpstr>Applications:</vt:lpstr>
      <vt:lpstr>Python function</vt:lpstr>
      <vt:lpstr>Image Negation</vt:lpstr>
      <vt:lpstr>PowerPoint Presentation</vt:lpstr>
      <vt:lpstr>Image thresholding</vt:lpstr>
      <vt:lpstr>PowerPoint Presentation</vt:lpstr>
      <vt:lpstr>PowerPoint Presentation</vt:lpstr>
      <vt:lpstr>Image Gamma Correction </vt:lpstr>
      <vt:lpstr>np.power(input_image / 255.0, gamma) * 255.0 np.uint8(gamma_corrected_image)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AIM: Perform gray level operations images.</dc:title>
  <dc:creator>Admin</dc:creator>
  <cp:lastModifiedBy>Admin</cp:lastModifiedBy>
  <cp:revision>8</cp:revision>
  <dcterms:created xsi:type="dcterms:W3CDTF">2023-10-03T03:30:09Z</dcterms:created>
  <dcterms:modified xsi:type="dcterms:W3CDTF">2024-09-30T07:29:28Z</dcterms:modified>
</cp:coreProperties>
</file>