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-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8BA9F-7DC7-D63F-E7FC-040B2FD46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2D64FD-73E8-EDFF-C72B-581CE24F1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F3D6F-48C2-F4B6-F63F-0FAF6EFA4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09E76-6642-4D8C-897F-A4FFCDB5D388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5979D-EA04-FE17-D98A-4F89E4F96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EB96E-3527-28B4-6651-61A884793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CCF1-4862-4960-91A5-483EA8B825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712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6F09F-C7FA-FEC3-CCCE-9355DCD9B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D87C2-5595-109F-5811-D95BDDE32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060C4-FFFC-F9DA-95A6-75A18C2F1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09E76-6642-4D8C-897F-A4FFCDB5D388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0DFFC-E2AD-011E-843E-6A9B6D0AC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503E8-0B6A-F459-B996-8874443CA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CCF1-4862-4960-91A5-483EA8B825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875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9E4A2-0D3E-C8F1-FEBA-F3FA7734E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C1099-8600-F62C-2636-45D28921E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8AF3D-5ED2-5FA3-9348-D3A1D2432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09E76-6642-4D8C-897F-A4FFCDB5D388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F6D31-9FCF-72A3-3374-7503D1558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C3D3B-3E3C-563F-953B-D102D18FB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CCF1-4862-4960-91A5-483EA8B825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40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28B0-835E-0A77-CC4A-3DE16B529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7338F-C69B-7088-6C4E-7A9D9B5F67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556510-1092-3600-ADCC-04ED6FF74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14EDA-F2B3-5875-87E9-EADC35F17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09E76-6642-4D8C-897F-A4FFCDB5D388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4D269-B35A-9975-31BE-8734BB29D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2AEFE-36A8-7E07-C120-910B011CE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CCF1-4862-4960-91A5-483EA8B825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272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EFB1C-A992-DA5C-587E-6A9BC90DB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CA365-5DE7-EAB0-A417-358A177A0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693109-D5CD-0C02-01E7-090014430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DD9CB8-F41D-4E41-633D-3EE5DB9A9A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A8B5AA-1DBC-5252-EAAB-17CAE78BD6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D251FA-07F8-8681-0EDE-EA26B7B6D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09E76-6642-4D8C-897F-A4FFCDB5D388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A82D6C-FED3-ECB3-2707-6A74FFF20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0A35C7-9823-08A1-2AE9-2386AF789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CCF1-4862-4960-91A5-483EA8B825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83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38577-9A2D-E22D-B01E-477C11712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25460D-B605-3044-810F-C82DEBE7C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09E76-6642-4D8C-897F-A4FFCDB5D388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FAAA06-4DD8-BA6D-609A-C134E41D8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922083-9158-FAC4-B4E1-1B1618D50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CCF1-4862-4960-91A5-483EA8B825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57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A5E3D1-8560-1058-4915-68C0B297F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09E76-6642-4D8C-897F-A4FFCDB5D388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FBEEE2-1AE2-9E16-2E5C-D280626ED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918BD-8637-5B6C-56AC-4ED0B0503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CCF1-4862-4960-91A5-483EA8B825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381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5E36C-ABFA-0C8D-4747-6D3E284D6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B4353-A8A3-10BE-C7BB-0A27C6F9D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73B1B9-7657-1836-6916-209AA1EFCB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3A53F-FB4B-4C26-B3D5-1094A874A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09E76-6642-4D8C-897F-A4FFCDB5D388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774C3-0102-C818-95C0-4FE1BDF03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0C806-1015-348D-4BEA-AA7BA369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CCF1-4862-4960-91A5-483EA8B825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861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3DAD5-9D4C-0855-1FA4-0FA785283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281A17-C17C-E65B-6E50-6656F8672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3195B-4F84-0D3A-9088-70380A97D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56FC1-587C-040B-D691-A61A6C160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09E76-6642-4D8C-897F-A4FFCDB5D388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5DE38-F3CD-467D-2590-34FF8D42B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E6EA2-B4D4-F108-4691-7EABEE460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CCF1-4862-4960-91A5-483EA8B825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688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D263C-EC7B-E257-99D0-49D3AC39B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4C2B0F-7E31-A544-B52A-A7789AD3B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8B93B-9E84-7E4E-D1A0-9867CE518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09E76-6642-4D8C-897F-A4FFCDB5D388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420AD-FF7B-79F3-B41B-3B538D1E7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1DC03-3C92-8156-F0C6-5195C6E79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CCF1-4862-4960-91A5-483EA8B825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588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D395BB-4613-A8E2-D057-DD987F4E4C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AA4148-CC00-85DF-370C-6623C7A54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8E247-433D-47E1-47C3-A1A829B7F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09E76-6642-4D8C-897F-A4FFCDB5D388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1E2A7-6667-EC77-86A5-95282532C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E1753-F95E-5C01-A647-AED3603A9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CCF1-4862-4960-91A5-483EA8B825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987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EA7A14-4934-8855-662A-05971CB9E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593F5-F0C0-1DFA-7557-DB37F7704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91B3D-899D-EAB8-DCFF-ACAEAAEFC9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C09E76-6642-4D8C-897F-A4FFCDB5D388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7851C-8892-8312-FBCB-B5C3C9252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77AB8-C4DB-206B-8E24-8C82A4596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85CCF1-4862-4960-91A5-483EA8B825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773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DC06E-C91D-FB4D-C6E4-510EEE729F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LMMS Experiment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2C69B8-420D-9355-F436-3B09A30A61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Creating a Melody Loop in Piano Roll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479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F217F6-DE0C-C3CA-33D7-6F63F4A63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099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EA620E-0761-D6E6-8620-4A5EA14AF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91" y="145061"/>
            <a:ext cx="8449854" cy="48107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0C8B25-543A-AE44-A10B-4D51F2AE66F8}"/>
              </a:ext>
            </a:extLst>
          </p:cNvPr>
          <p:cNvSpPr txBox="1"/>
          <p:nvPr/>
        </p:nvSpPr>
        <p:spPr>
          <a:xfrm>
            <a:off x="113991" y="5145741"/>
            <a:ext cx="10554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From the first image clicking on beat/baseline we are creating a basic drum sound loop by adding kicker , snare , h-hat. And by making the notes high as per the quality.</a:t>
            </a:r>
          </a:p>
        </p:txBody>
      </p:sp>
    </p:spTree>
    <p:extLst>
      <p:ext uri="{BB962C8B-B14F-4D97-AF65-F5344CB8AC3E}">
        <p14:creationId xmlns:p14="http://schemas.microsoft.com/office/powerpoint/2010/main" val="1938592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CA33E4-A46C-C4B5-8CB7-805B0B04A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1762"/>
            <a:ext cx="10957026" cy="55670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7ED24B-0A2B-C0C6-95A3-4BDFA933F9DC}"/>
              </a:ext>
            </a:extLst>
          </p:cNvPr>
          <p:cNvSpPr txBox="1"/>
          <p:nvPr/>
        </p:nvSpPr>
        <p:spPr>
          <a:xfrm>
            <a:off x="0" y="6033247"/>
            <a:ext cx="5396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Snare and h-hat are added from my sample/drum from left side panel</a:t>
            </a:r>
          </a:p>
        </p:txBody>
      </p:sp>
    </p:spTree>
    <p:extLst>
      <p:ext uri="{BB962C8B-B14F-4D97-AF65-F5344CB8AC3E}">
        <p14:creationId xmlns:p14="http://schemas.microsoft.com/office/powerpoint/2010/main" val="662941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B91416-5ABF-F42D-FE49-D0780B02A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563"/>
            <a:ext cx="9649858" cy="52213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2A7859-2479-964F-D7AC-4429868E6844}"/>
              </a:ext>
            </a:extLst>
          </p:cNvPr>
          <p:cNvSpPr txBox="1"/>
          <p:nvPr/>
        </p:nvSpPr>
        <p:spPr>
          <a:xfrm>
            <a:off x="143435" y="5486400"/>
            <a:ext cx="8283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After that I am creating melodies from piano roll by setting notes </a:t>
            </a:r>
            <a:r>
              <a:rPr lang="en-US" dirty="0"/>
              <a:t>notes (C4, E4, G4, C5) from C major scale.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0129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BC4DAD-6BAF-4D24-E256-0499618D3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982"/>
            <a:ext cx="10662300" cy="58506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B52D6B-7A9D-04F5-0D40-15D97122A32B}"/>
              </a:ext>
            </a:extLst>
          </p:cNvPr>
          <p:cNvSpPr txBox="1"/>
          <p:nvPr/>
        </p:nvSpPr>
        <p:spPr>
          <a:xfrm>
            <a:off x="0" y="6015318"/>
            <a:ext cx="65890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And at last we are summing up and playing all beat base and piano melody together to form some sounds and as need make the changes.</a:t>
            </a:r>
          </a:p>
        </p:txBody>
      </p:sp>
    </p:spTree>
    <p:extLst>
      <p:ext uri="{BB962C8B-B14F-4D97-AF65-F5344CB8AC3E}">
        <p14:creationId xmlns:p14="http://schemas.microsoft.com/office/powerpoint/2010/main" val="1986174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113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LMMS Experiment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DJ</dc:creator>
  <cp:lastModifiedBy>DJ</cp:lastModifiedBy>
  <cp:revision>2</cp:revision>
  <dcterms:created xsi:type="dcterms:W3CDTF">2025-08-26T19:17:39Z</dcterms:created>
  <dcterms:modified xsi:type="dcterms:W3CDTF">2025-08-26T19:19:25Z</dcterms:modified>
</cp:coreProperties>
</file>